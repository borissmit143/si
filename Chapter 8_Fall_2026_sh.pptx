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7.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notesMasterIdLst>
    <p:notesMasterId r:id="rId38"/>
  </p:notesMasterIdLst>
  <p:sldIdLst>
    <p:sldId id="344" r:id="rId2"/>
    <p:sldId id="428" r:id="rId3"/>
    <p:sldId id="416" r:id="rId4"/>
    <p:sldId id="431" r:id="rId5"/>
    <p:sldId id="262" r:id="rId6"/>
    <p:sldId id="347" r:id="rId7"/>
    <p:sldId id="408" r:id="rId8"/>
    <p:sldId id="418" r:id="rId9"/>
    <p:sldId id="427" r:id="rId10"/>
    <p:sldId id="267" r:id="rId11"/>
    <p:sldId id="409" r:id="rId12"/>
    <p:sldId id="419" r:id="rId13"/>
    <p:sldId id="430" r:id="rId14"/>
    <p:sldId id="420" r:id="rId15"/>
    <p:sldId id="422" r:id="rId16"/>
    <p:sldId id="423" r:id="rId17"/>
    <p:sldId id="432" r:id="rId18"/>
    <p:sldId id="433" r:id="rId19"/>
    <p:sldId id="434" r:id="rId20"/>
    <p:sldId id="435" r:id="rId21"/>
    <p:sldId id="436" r:id="rId22"/>
    <p:sldId id="437" r:id="rId23"/>
    <p:sldId id="438" r:id="rId24"/>
    <p:sldId id="439" r:id="rId25"/>
    <p:sldId id="429" r:id="rId26"/>
    <p:sldId id="440" r:id="rId27"/>
    <p:sldId id="441" r:id="rId28"/>
    <p:sldId id="442" r:id="rId29"/>
    <p:sldId id="443" r:id="rId30"/>
    <p:sldId id="444" r:id="rId31"/>
    <p:sldId id="445" r:id="rId32"/>
    <p:sldId id="446" r:id="rId33"/>
    <p:sldId id="447" r:id="rId34"/>
    <p:sldId id="448" r:id="rId35"/>
    <p:sldId id="449" r:id="rId36"/>
    <p:sldId id="450" r:id="rId3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2F2F2"/>
    <a:srgbClr val="0B5395"/>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25642CA-F0C4-411D-A838-EA4B651A531E}" v="6" dt="2026-10-06T03:20:05.78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816"/>
    <p:restoredTop sz="76340" autoAdjust="0"/>
  </p:normalViewPr>
  <p:slideViewPr>
    <p:cSldViewPr snapToGrid="0" snapToObjects="1">
      <p:cViewPr varScale="1">
        <p:scale>
          <a:sx n="59" d="100"/>
          <a:sy n="59" d="100"/>
        </p:scale>
        <p:origin x="1411" y="101"/>
      </p:cViewPr>
      <p:guideLst/>
    </p:cSldViewPr>
  </p:slideViewPr>
  <p:notesTextViewPr>
    <p:cViewPr>
      <p:scale>
        <a:sx n="3" d="2"/>
        <a:sy n="3" d="2"/>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presProps" Target="presProps.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microsoft.com/office/2016/11/relationships/changesInfo" Target="changesInfos/changesInfo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notesMaster" Target="notesMasters/notes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dhur Mohan" userId="88f4b4da-8dca-46b3-95ca-729f40a86975" providerId="ADAL" clId="{51B8FFEB-B4AF-4B4E-AAE0-8796815F75F1}"/>
    <pc:docChg chg="undo custSel addSld delSld modSld sldOrd">
      <pc:chgData name="Madhur Mohan" userId="88f4b4da-8dca-46b3-95ca-729f40a86975" providerId="ADAL" clId="{51B8FFEB-B4AF-4B4E-AAE0-8796815F75F1}" dt="2026-10-06T03:30:30.191" v="878" actId="47"/>
      <pc:docMkLst>
        <pc:docMk/>
      </pc:docMkLst>
      <pc:sldChg chg="modSp mod">
        <pc:chgData name="Madhur Mohan" userId="88f4b4da-8dca-46b3-95ca-729f40a86975" providerId="ADAL" clId="{51B8FFEB-B4AF-4B4E-AAE0-8796815F75F1}" dt="2026-10-04T04:23:32.829" v="813" actId="20577"/>
        <pc:sldMkLst>
          <pc:docMk/>
          <pc:sldMk cId="358846003" sldId="344"/>
        </pc:sldMkLst>
        <pc:spChg chg="mod">
          <ac:chgData name="Madhur Mohan" userId="88f4b4da-8dca-46b3-95ca-729f40a86975" providerId="ADAL" clId="{51B8FFEB-B4AF-4B4E-AAE0-8796815F75F1}" dt="2026-10-04T04:23:32.829" v="813" actId="20577"/>
          <ac:spMkLst>
            <pc:docMk/>
            <pc:sldMk cId="358846003" sldId="344"/>
            <ac:spMk id="4" creationId="{A94EE006-398F-E147-9CF2-66454FD34446}"/>
          </ac:spMkLst>
        </pc:spChg>
      </pc:sldChg>
      <pc:sldChg chg="modSp mod">
        <pc:chgData name="Madhur Mohan" userId="88f4b4da-8dca-46b3-95ca-729f40a86975" providerId="ADAL" clId="{51B8FFEB-B4AF-4B4E-AAE0-8796815F75F1}" dt="2026-10-01T06:18:25.067" v="772" actId="113"/>
        <pc:sldMkLst>
          <pc:docMk/>
          <pc:sldMk cId="1833505897" sldId="416"/>
        </pc:sldMkLst>
        <pc:spChg chg="mod">
          <ac:chgData name="Madhur Mohan" userId="88f4b4da-8dca-46b3-95ca-729f40a86975" providerId="ADAL" clId="{51B8FFEB-B4AF-4B4E-AAE0-8796815F75F1}" dt="2026-10-01T06:18:25.067" v="772" actId="113"/>
          <ac:spMkLst>
            <pc:docMk/>
            <pc:sldMk cId="1833505897" sldId="416"/>
            <ac:spMk id="2" creationId="{100BD9E0-E9BB-77EF-84B3-0AF0680374E6}"/>
          </ac:spMkLst>
        </pc:spChg>
      </pc:sldChg>
      <pc:sldChg chg="ord">
        <pc:chgData name="Madhur Mohan" userId="88f4b4da-8dca-46b3-95ca-729f40a86975" providerId="ADAL" clId="{51B8FFEB-B4AF-4B4E-AAE0-8796815F75F1}" dt="2026-10-04T02:29:06.486" v="797"/>
        <pc:sldMkLst>
          <pc:docMk/>
          <pc:sldMk cId="3169094340" sldId="418"/>
        </pc:sldMkLst>
      </pc:sldChg>
      <pc:sldChg chg="add">
        <pc:chgData name="Madhur Mohan" userId="88f4b4da-8dca-46b3-95ca-729f40a86975" providerId="ADAL" clId="{51B8FFEB-B4AF-4B4E-AAE0-8796815F75F1}" dt="2026-10-04T02:46:03.356" v="810"/>
        <pc:sldMkLst>
          <pc:docMk/>
          <pc:sldMk cId="373029649" sldId="429"/>
        </pc:sldMkLst>
      </pc:sldChg>
      <pc:sldChg chg="modSp mod modAnim">
        <pc:chgData name="Madhur Mohan" userId="88f4b4da-8dca-46b3-95ca-729f40a86975" providerId="ADAL" clId="{51B8FFEB-B4AF-4B4E-AAE0-8796815F75F1}" dt="2026-10-06T03:20:05.780" v="877"/>
        <pc:sldMkLst>
          <pc:docMk/>
          <pc:sldMk cId="1089771565" sldId="431"/>
        </pc:sldMkLst>
        <pc:spChg chg="mod">
          <ac:chgData name="Madhur Mohan" userId="88f4b4da-8dca-46b3-95ca-729f40a86975" providerId="ADAL" clId="{51B8FFEB-B4AF-4B4E-AAE0-8796815F75F1}" dt="2026-10-06T03:20:01.777" v="876" actId="2711"/>
          <ac:spMkLst>
            <pc:docMk/>
            <pc:sldMk cId="1089771565" sldId="431"/>
            <ac:spMk id="3" creationId="{DED8ACBC-CE39-5422-9182-CAF2DA7793CD}"/>
          </ac:spMkLst>
        </pc:spChg>
      </pc:sldChg>
      <pc:sldChg chg="addSp delSp modSp new mod modNotesTx">
        <pc:chgData name="Madhur Mohan" userId="88f4b4da-8dca-46b3-95ca-729f40a86975" providerId="ADAL" clId="{51B8FFEB-B4AF-4B4E-AAE0-8796815F75F1}" dt="2026-10-01T06:33:44.868" v="791" actId="14100"/>
        <pc:sldMkLst>
          <pc:docMk/>
          <pc:sldMk cId="2996403415" sldId="432"/>
        </pc:sldMkLst>
        <pc:spChg chg="mod">
          <ac:chgData name="Madhur Mohan" userId="88f4b4da-8dca-46b3-95ca-729f40a86975" providerId="ADAL" clId="{51B8FFEB-B4AF-4B4E-AAE0-8796815F75F1}" dt="2026-10-01T06:33:44.868" v="791" actId="14100"/>
          <ac:spMkLst>
            <pc:docMk/>
            <pc:sldMk cId="2996403415" sldId="432"/>
            <ac:spMk id="3" creationId="{924FC938-1BE1-AEB0-B8CE-E59349246517}"/>
          </ac:spMkLst>
        </pc:spChg>
      </pc:sldChg>
      <pc:sldChg chg="delSp modSp mod">
        <pc:chgData name="Madhur Mohan" userId="88f4b4da-8dca-46b3-95ca-729f40a86975" providerId="ADAL" clId="{51B8FFEB-B4AF-4B4E-AAE0-8796815F75F1}" dt="2026-10-04T02:45:29.891" v="809" actId="14100"/>
        <pc:sldMkLst>
          <pc:docMk/>
          <pc:sldMk cId="3223039259" sldId="433"/>
        </pc:sldMkLst>
        <pc:spChg chg="mod">
          <ac:chgData name="Madhur Mohan" userId="88f4b4da-8dca-46b3-95ca-729f40a86975" providerId="ADAL" clId="{51B8FFEB-B4AF-4B4E-AAE0-8796815F75F1}" dt="2026-10-04T02:45:29.891" v="809" actId="14100"/>
          <ac:spMkLst>
            <pc:docMk/>
            <pc:sldMk cId="3223039259" sldId="433"/>
            <ac:spMk id="2" creationId="{987AA35A-A573-50A7-A770-A3953F9A1E02}"/>
          </ac:spMkLst>
        </pc:spChg>
        <pc:spChg chg="mod">
          <ac:chgData name="Madhur Mohan" userId="88f4b4da-8dca-46b3-95ca-729f40a86975" providerId="ADAL" clId="{51B8FFEB-B4AF-4B4E-AAE0-8796815F75F1}" dt="2026-10-01T06:33:54.212" v="793" actId="313"/>
          <ac:spMkLst>
            <pc:docMk/>
            <pc:sldMk cId="3223039259" sldId="433"/>
            <ac:spMk id="3" creationId="{345F0C52-D725-4915-D181-07496537A9BA}"/>
          </ac:spMkLst>
        </pc:spChg>
      </pc:sldChg>
      <pc:sldChg chg="modSp mod">
        <pc:chgData name="Madhur Mohan" userId="88f4b4da-8dca-46b3-95ca-729f40a86975" providerId="ADAL" clId="{51B8FFEB-B4AF-4B4E-AAE0-8796815F75F1}" dt="2026-10-01T06:34:19.850" v="795" actId="1076"/>
        <pc:sldMkLst>
          <pc:docMk/>
          <pc:sldMk cId="1732195434" sldId="434"/>
        </pc:sldMkLst>
        <pc:picChg chg="mod">
          <ac:chgData name="Madhur Mohan" userId="88f4b4da-8dca-46b3-95ca-729f40a86975" providerId="ADAL" clId="{51B8FFEB-B4AF-4B4E-AAE0-8796815F75F1}" dt="2026-10-01T06:34:19.850" v="795" actId="1076"/>
          <ac:picMkLst>
            <pc:docMk/>
            <pc:sldMk cId="1732195434" sldId="434"/>
            <ac:picMk id="5" creationId="{95247812-5068-3A71-F7EE-FCC852162A89}"/>
          </ac:picMkLst>
        </pc:picChg>
        <pc:picChg chg="mod">
          <ac:chgData name="Madhur Mohan" userId="88f4b4da-8dca-46b3-95ca-729f40a86975" providerId="ADAL" clId="{51B8FFEB-B4AF-4B4E-AAE0-8796815F75F1}" dt="2026-10-01T06:34:12.878" v="794" actId="1076"/>
          <ac:picMkLst>
            <pc:docMk/>
            <pc:sldMk cId="1732195434" sldId="434"/>
            <ac:picMk id="7" creationId="{6240F6A8-A320-03DF-7B17-6BA2CD4AA663}"/>
          </ac:picMkLst>
        </pc:picChg>
      </pc:sldChg>
      <pc:sldChg chg="add">
        <pc:chgData name="Madhur Mohan" userId="88f4b4da-8dca-46b3-95ca-729f40a86975" providerId="ADAL" clId="{51B8FFEB-B4AF-4B4E-AAE0-8796815F75F1}" dt="2026-10-04T02:46:03.356" v="810"/>
        <pc:sldMkLst>
          <pc:docMk/>
          <pc:sldMk cId="1867986206" sldId="435"/>
        </pc:sldMkLst>
      </pc:sldChg>
      <pc:sldChg chg="add">
        <pc:chgData name="Madhur Mohan" userId="88f4b4da-8dca-46b3-95ca-729f40a86975" providerId="ADAL" clId="{51B8FFEB-B4AF-4B4E-AAE0-8796815F75F1}" dt="2026-10-04T02:46:03.356" v="810"/>
        <pc:sldMkLst>
          <pc:docMk/>
          <pc:sldMk cId="559714656" sldId="436"/>
        </pc:sldMkLst>
      </pc:sldChg>
      <pc:sldChg chg="add">
        <pc:chgData name="Madhur Mohan" userId="88f4b4da-8dca-46b3-95ca-729f40a86975" providerId="ADAL" clId="{51B8FFEB-B4AF-4B4E-AAE0-8796815F75F1}" dt="2026-10-04T02:46:03.356" v="810"/>
        <pc:sldMkLst>
          <pc:docMk/>
          <pc:sldMk cId="3943143791" sldId="437"/>
        </pc:sldMkLst>
      </pc:sldChg>
      <pc:sldChg chg="add">
        <pc:chgData name="Madhur Mohan" userId="88f4b4da-8dca-46b3-95ca-729f40a86975" providerId="ADAL" clId="{51B8FFEB-B4AF-4B4E-AAE0-8796815F75F1}" dt="2026-10-04T02:46:03.356" v="810"/>
        <pc:sldMkLst>
          <pc:docMk/>
          <pc:sldMk cId="688338246" sldId="438"/>
        </pc:sldMkLst>
      </pc:sldChg>
      <pc:sldChg chg="add">
        <pc:chgData name="Madhur Mohan" userId="88f4b4da-8dca-46b3-95ca-729f40a86975" providerId="ADAL" clId="{51B8FFEB-B4AF-4B4E-AAE0-8796815F75F1}" dt="2026-10-04T02:46:03.356" v="810"/>
        <pc:sldMkLst>
          <pc:docMk/>
          <pc:sldMk cId="915747168" sldId="439"/>
        </pc:sldMkLst>
      </pc:sldChg>
      <pc:sldChg chg="add">
        <pc:chgData name="Madhur Mohan" userId="88f4b4da-8dca-46b3-95ca-729f40a86975" providerId="ADAL" clId="{51B8FFEB-B4AF-4B4E-AAE0-8796815F75F1}" dt="2026-10-04T02:46:03.356" v="810"/>
        <pc:sldMkLst>
          <pc:docMk/>
          <pc:sldMk cId="3612452016" sldId="440"/>
        </pc:sldMkLst>
      </pc:sldChg>
      <pc:sldChg chg="add">
        <pc:chgData name="Madhur Mohan" userId="88f4b4da-8dca-46b3-95ca-729f40a86975" providerId="ADAL" clId="{51B8FFEB-B4AF-4B4E-AAE0-8796815F75F1}" dt="2026-10-04T02:46:03.356" v="810"/>
        <pc:sldMkLst>
          <pc:docMk/>
          <pc:sldMk cId="2972208209" sldId="441"/>
        </pc:sldMkLst>
      </pc:sldChg>
      <pc:sldChg chg="add">
        <pc:chgData name="Madhur Mohan" userId="88f4b4da-8dca-46b3-95ca-729f40a86975" providerId="ADAL" clId="{51B8FFEB-B4AF-4B4E-AAE0-8796815F75F1}" dt="2026-10-04T02:46:03.356" v="810"/>
        <pc:sldMkLst>
          <pc:docMk/>
          <pc:sldMk cId="2385052674" sldId="442"/>
        </pc:sldMkLst>
      </pc:sldChg>
      <pc:sldChg chg="add">
        <pc:chgData name="Madhur Mohan" userId="88f4b4da-8dca-46b3-95ca-729f40a86975" providerId="ADAL" clId="{51B8FFEB-B4AF-4B4E-AAE0-8796815F75F1}" dt="2026-10-04T02:46:03.356" v="810"/>
        <pc:sldMkLst>
          <pc:docMk/>
          <pc:sldMk cId="4015542019" sldId="443"/>
        </pc:sldMkLst>
      </pc:sldChg>
      <pc:sldChg chg="add">
        <pc:chgData name="Madhur Mohan" userId="88f4b4da-8dca-46b3-95ca-729f40a86975" providerId="ADAL" clId="{51B8FFEB-B4AF-4B4E-AAE0-8796815F75F1}" dt="2026-10-04T02:46:03.356" v="810"/>
        <pc:sldMkLst>
          <pc:docMk/>
          <pc:sldMk cId="1421674198" sldId="444"/>
        </pc:sldMkLst>
      </pc:sldChg>
      <pc:sldChg chg="add">
        <pc:chgData name="Madhur Mohan" userId="88f4b4da-8dca-46b3-95ca-729f40a86975" providerId="ADAL" clId="{51B8FFEB-B4AF-4B4E-AAE0-8796815F75F1}" dt="2026-10-04T02:46:03.356" v="810"/>
        <pc:sldMkLst>
          <pc:docMk/>
          <pc:sldMk cId="3298600750" sldId="445"/>
        </pc:sldMkLst>
      </pc:sldChg>
      <pc:sldChg chg="add">
        <pc:chgData name="Madhur Mohan" userId="88f4b4da-8dca-46b3-95ca-729f40a86975" providerId="ADAL" clId="{51B8FFEB-B4AF-4B4E-AAE0-8796815F75F1}" dt="2026-10-04T02:46:03.356" v="810"/>
        <pc:sldMkLst>
          <pc:docMk/>
          <pc:sldMk cId="1845898300" sldId="446"/>
        </pc:sldMkLst>
      </pc:sldChg>
      <pc:sldChg chg="add">
        <pc:chgData name="Madhur Mohan" userId="88f4b4da-8dca-46b3-95ca-729f40a86975" providerId="ADAL" clId="{51B8FFEB-B4AF-4B4E-AAE0-8796815F75F1}" dt="2026-10-04T02:46:03.356" v="810"/>
        <pc:sldMkLst>
          <pc:docMk/>
          <pc:sldMk cId="723445422" sldId="447"/>
        </pc:sldMkLst>
      </pc:sldChg>
      <pc:sldChg chg="add">
        <pc:chgData name="Madhur Mohan" userId="88f4b4da-8dca-46b3-95ca-729f40a86975" providerId="ADAL" clId="{51B8FFEB-B4AF-4B4E-AAE0-8796815F75F1}" dt="2026-10-04T02:46:03.356" v="810"/>
        <pc:sldMkLst>
          <pc:docMk/>
          <pc:sldMk cId="1975812745" sldId="448"/>
        </pc:sldMkLst>
      </pc:sldChg>
      <pc:sldChg chg="add">
        <pc:chgData name="Madhur Mohan" userId="88f4b4da-8dca-46b3-95ca-729f40a86975" providerId="ADAL" clId="{51B8FFEB-B4AF-4B4E-AAE0-8796815F75F1}" dt="2026-10-04T02:46:03.356" v="810"/>
        <pc:sldMkLst>
          <pc:docMk/>
          <pc:sldMk cId="1303169054" sldId="449"/>
        </pc:sldMkLst>
      </pc:sldChg>
      <pc:sldChg chg="add">
        <pc:chgData name="Madhur Mohan" userId="88f4b4da-8dca-46b3-95ca-729f40a86975" providerId="ADAL" clId="{51B8FFEB-B4AF-4B4E-AAE0-8796815F75F1}" dt="2026-10-04T02:46:03.356" v="810"/>
        <pc:sldMkLst>
          <pc:docMk/>
          <pc:sldMk cId="4129835750" sldId="450"/>
        </pc:sldMkLst>
      </pc:sldChg>
      <pc:sldChg chg="addSp delSp modSp new del mod modAnim">
        <pc:chgData name="Madhur Mohan" userId="88f4b4da-8dca-46b3-95ca-729f40a86975" providerId="ADAL" clId="{51B8FFEB-B4AF-4B4E-AAE0-8796815F75F1}" dt="2026-10-06T03:30:30.191" v="878" actId="47"/>
        <pc:sldMkLst>
          <pc:docMk/>
          <pc:sldMk cId="3707007925" sldId="451"/>
        </pc:sldMkLst>
        <pc:spChg chg="mod">
          <ac:chgData name="Madhur Mohan" userId="88f4b4da-8dca-46b3-95ca-729f40a86975" providerId="ADAL" clId="{51B8FFEB-B4AF-4B4E-AAE0-8796815F75F1}" dt="2026-10-06T03:14:46.113" v="875" actId="20577"/>
          <ac:spMkLst>
            <pc:docMk/>
            <pc:sldMk cId="3707007925" sldId="451"/>
            <ac:spMk id="2" creationId="{A1A7740E-F1B8-1C06-1203-98CAF878B487}"/>
          </ac:spMkLst>
        </pc:spChg>
        <pc:spChg chg="del mod">
          <ac:chgData name="Madhur Mohan" userId="88f4b4da-8dca-46b3-95ca-729f40a86975" providerId="ADAL" clId="{51B8FFEB-B4AF-4B4E-AAE0-8796815F75F1}" dt="2026-10-06T03:09:31.322" v="820"/>
          <ac:spMkLst>
            <pc:docMk/>
            <pc:sldMk cId="3707007925" sldId="451"/>
            <ac:spMk id="3" creationId="{53F7D72D-B86C-901C-59D6-0B10BDD1E426}"/>
          </ac:spMkLst>
        </pc:spChg>
        <pc:picChg chg="add mod">
          <ac:chgData name="Madhur Mohan" userId="88f4b4da-8dca-46b3-95ca-729f40a86975" providerId="ADAL" clId="{51B8FFEB-B4AF-4B4E-AAE0-8796815F75F1}" dt="2026-10-06T03:14:16.474" v="836" actId="1076"/>
          <ac:picMkLst>
            <pc:docMk/>
            <pc:sldMk cId="3707007925" sldId="451"/>
            <ac:picMk id="4" creationId="{44E5E8AC-5ECF-2954-AC3C-E0C83239C414}"/>
          </ac:picMkLst>
        </pc:picChg>
        <pc:picChg chg="add mod">
          <ac:chgData name="Madhur Mohan" userId="88f4b4da-8dca-46b3-95ca-729f40a86975" providerId="ADAL" clId="{51B8FFEB-B4AF-4B4E-AAE0-8796815F75F1}" dt="2026-10-06T03:14:16.474" v="836" actId="1076"/>
          <ac:picMkLst>
            <pc:docMk/>
            <pc:sldMk cId="3707007925" sldId="451"/>
            <ac:picMk id="5" creationId="{80AAD872-37D8-94BF-F8A6-1EDD93920BD0}"/>
          </ac:picMkLst>
        </pc:picChg>
        <pc:picChg chg="add mod">
          <ac:chgData name="Madhur Mohan" userId="88f4b4da-8dca-46b3-95ca-729f40a86975" providerId="ADAL" clId="{51B8FFEB-B4AF-4B4E-AAE0-8796815F75F1}" dt="2026-10-06T03:14:16.474" v="836" actId="1076"/>
          <ac:picMkLst>
            <pc:docMk/>
            <pc:sldMk cId="3707007925" sldId="451"/>
            <ac:picMk id="6" creationId="{6AD87BCA-1088-F244-7D60-A3A313064FEF}"/>
          </ac:picMkLst>
        </pc:picChg>
      </pc:sldChg>
    </pc:docChg>
  </pc:docChgLst>
</pc:chgInfo>
</file>

<file path=ppt/diagrams/colors1.xml><?xml version="1.0" encoding="utf-8"?>
<dgm:colorsDef xmlns:dgm="http://schemas.openxmlformats.org/drawingml/2006/diagram" xmlns:a="http://schemas.openxmlformats.org/drawingml/2006/main" uniqueId="urn:microsoft.com/office/officeart/2005/8/colors/accent1_2#1">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BEDCC6B8-40D4-4336-BF90-FAB5F377DCBF}" type="doc">
      <dgm:prSet loTypeId="urn:microsoft.com/office/officeart/2005/8/layout/cycle8" loCatId="cycle" qsTypeId="urn:microsoft.com/office/officeart/2005/8/quickstyle/simple1#1" qsCatId="simple" csTypeId="urn:microsoft.com/office/officeart/2005/8/colors/accent1_2#1" csCatId="accent1" phldr="1"/>
      <dgm:spPr/>
      <dgm:t>
        <a:bodyPr/>
        <a:lstStyle/>
        <a:p>
          <a:endParaRPr lang="en-US"/>
        </a:p>
      </dgm:t>
    </dgm:pt>
    <dgm:pt modelId="{2A61C0B7-0A3A-4A61-9A8C-4FD428244C19}">
      <dgm:prSet phldrT="[Text]" custT="1"/>
      <dgm:spPr/>
      <dgm:t>
        <a:bodyPr/>
        <a:lstStyle/>
        <a:p>
          <a:r>
            <a:rPr lang="en-US" sz="2000" dirty="0" err="1">
              <a:latin typeface="Gill Sans MT" panose="020B0502020104020203" pitchFamily="34" charset="0"/>
            </a:rPr>
            <a:t>Cocreative</a:t>
          </a:r>
          <a:endParaRPr lang="en-US" sz="2000" dirty="0">
            <a:latin typeface="Gill Sans MT" panose="020B0502020104020203" pitchFamily="34" charset="0"/>
          </a:endParaRPr>
        </a:p>
      </dgm:t>
    </dgm:pt>
    <dgm:pt modelId="{5E320B59-8619-482E-8854-33A2B4DB9A69}" type="parTrans" cxnId="{B8CFE667-D04A-48AE-A6ED-EAD2695FFC1D}">
      <dgm:prSet/>
      <dgm:spPr/>
      <dgm:t>
        <a:bodyPr/>
        <a:lstStyle/>
        <a:p>
          <a:endParaRPr lang="en-US" sz="2000">
            <a:latin typeface="Gill Sans MT" panose="020B0502020104020203" pitchFamily="34" charset="0"/>
          </a:endParaRPr>
        </a:p>
      </dgm:t>
    </dgm:pt>
    <dgm:pt modelId="{E34D1658-BB48-4832-89E5-FC8041C439B0}" type="sibTrans" cxnId="{B8CFE667-D04A-48AE-A6ED-EAD2695FFC1D}">
      <dgm:prSet/>
      <dgm:spPr>
        <a:noFill/>
        <a:ln>
          <a:noFill/>
        </a:ln>
      </dgm:spPr>
      <dgm:t>
        <a:bodyPr/>
        <a:lstStyle/>
        <a:p>
          <a:endParaRPr lang="en-US" sz="2000">
            <a:latin typeface="Gill Sans MT" panose="020B0502020104020203" pitchFamily="34" charset="0"/>
          </a:endParaRPr>
        </a:p>
      </dgm:t>
    </dgm:pt>
    <dgm:pt modelId="{144FF440-7ECC-49B5-92BC-899E0AF5A243}">
      <dgm:prSet phldrT="[Text]" custT="1"/>
      <dgm:spPr/>
      <dgm:t>
        <a:bodyPr/>
        <a:lstStyle/>
        <a:p>
          <a:r>
            <a:rPr lang="en-US" sz="2000" dirty="0">
              <a:latin typeface="Gill Sans MT" panose="020B0502020104020203" pitchFamily="34" charset="0"/>
            </a:rPr>
            <a:t>Sequencing</a:t>
          </a:r>
        </a:p>
      </dgm:t>
    </dgm:pt>
    <dgm:pt modelId="{450D30E8-12D6-420C-9B47-0EC8BB55CE88}" type="parTrans" cxnId="{B6AE7D35-660D-45B5-922B-6D634558B15E}">
      <dgm:prSet/>
      <dgm:spPr/>
      <dgm:t>
        <a:bodyPr/>
        <a:lstStyle/>
        <a:p>
          <a:endParaRPr lang="en-US" sz="2000">
            <a:latin typeface="Gill Sans MT" panose="020B0502020104020203" pitchFamily="34" charset="0"/>
          </a:endParaRPr>
        </a:p>
      </dgm:t>
    </dgm:pt>
    <dgm:pt modelId="{33494633-9827-4F4C-A984-44427AA6A089}" type="sibTrans" cxnId="{B6AE7D35-660D-45B5-922B-6D634558B15E}">
      <dgm:prSet/>
      <dgm:spPr>
        <a:noFill/>
        <a:ln>
          <a:noFill/>
        </a:ln>
      </dgm:spPr>
      <dgm:t>
        <a:bodyPr/>
        <a:lstStyle/>
        <a:p>
          <a:endParaRPr lang="en-US" sz="2000">
            <a:latin typeface="Gill Sans MT" panose="020B0502020104020203" pitchFamily="34" charset="0"/>
          </a:endParaRPr>
        </a:p>
      </dgm:t>
    </dgm:pt>
    <dgm:pt modelId="{774B3366-B125-43AB-B59C-CA6D3972950F}">
      <dgm:prSet phldrT="[Text]" custT="1"/>
      <dgm:spPr/>
      <dgm:t>
        <a:bodyPr/>
        <a:lstStyle/>
        <a:p>
          <a:r>
            <a:rPr lang="en-US" sz="2000" dirty="0">
              <a:latin typeface="Gill Sans MT" panose="020B0502020104020203" pitchFamily="34" charset="0"/>
            </a:rPr>
            <a:t>Evidencing</a:t>
          </a:r>
        </a:p>
      </dgm:t>
    </dgm:pt>
    <dgm:pt modelId="{2476F7C0-8332-4803-9F48-8AFB216CEB94}" type="parTrans" cxnId="{664AC846-4573-47E4-93A8-696063A75EE6}">
      <dgm:prSet/>
      <dgm:spPr/>
      <dgm:t>
        <a:bodyPr/>
        <a:lstStyle/>
        <a:p>
          <a:endParaRPr lang="en-US" sz="2000">
            <a:latin typeface="Gill Sans MT" panose="020B0502020104020203" pitchFamily="34" charset="0"/>
          </a:endParaRPr>
        </a:p>
      </dgm:t>
    </dgm:pt>
    <dgm:pt modelId="{26EC8577-981C-4245-8131-D045F854C466}" type="sibTrans" cxnId="{664AC846-4573-47E4-93A8-696063A75EE6}">
      <dgm:prSet/>
      <dgm:spPr>
        <a:noFill/>
        <a:ln>
          <a:noFill/>
        </a:ln>
      </dgm:spPr>
      <dgm:t>
        <a:bodyPr/>
        <a:lstStyle/>
        <a:p>
          <a:endParaRPr lang="en-US" sz="2000">
            <a:latin typeface="Gill Sans MT" panose="020B0502020104020203" pitchFamily="34" charset="0"/>
          </a:endParaRPr>
        </a:p>
      </dgm:t>
    </dgm:pt>
    <dgm:pt modelId="{7C47039D-DA44-42D5-8A3A-2AE92283BCAA}">
      <dgm:prSet phldrT="[Text]" custT="1"/>
      <dgm:spPr/>
      <dgm:t>
        <a:bodyPr/>
        <a:lstStyle/>
        <a:p>
          <a:r>
            <a:rPr lang="en-US" sz="2000" dirty="0">
              <a:latin typeface="Gill Sans MT" panose="020B0502020104020203" pitchFamily="34" charset="0"/>
            </a:rPr>
            <a:t>Holistic</a:t>
          </a:r>
        </a:p>
      </dgm:t>
    </dgm:pt>
    <dgm:pt modelId="{C50F055D-1EE6-4CC3-AEDD-789160DB40D3}" type="parTrans" cxnId="{FC4A44D6-65BA-4458-9431-9AFF41E52340}">
      <dgm:prSet/>
      <dgm:spPr/>
      <dgm:t>
        <a:bodyPr/>
        <a:lstStyle/>
        <a:p>
          <a:endParaRPr lang="en-US" sz="2000">
            <a:latin typeface="Gill Sans MT" panose="020B0502020104020203" pitchFamily="34" charset="0"/>
          </a:endParaRPr>
        </a:p>
      </dgm:t>
    </dgm:pt>
    <dgm:pt modelId="{6E9AB113-2B2F-454E-AA4C-3260A15EFB8F}" type="sibTrans" cxnId="{FC4A44D6-65BA-4458-9431-9AFF41E52340}">
      <dgm:prSet/>
      <dgm:spPr>
        <a:noFill/>
        <a:ln>
          <a:noFill/>
        </a:ln>
      </dgm:spPr>
      <dgm:t>
        <a:bodyPr/>
        <a:lstStyle/>
        <a:p>
          <a:endParaRPr lang="en-US" sz="2000">
            <a:latin typeface="Gill Sans MT" panose="020B0502020104020203" pitchFamily="34" charset="0"/>
          </a:endParaRPr>
        </a:p>
      </dgm:t>
    </dgm:pt>
    <dgm:pt modelId="{4783A41C-3FD1-4C55-B16C-82353E80FBF7}">
      <dgm:prSet phldrT="[Text]" custT="1"/>
      <dgm:spPr/>
      <dgm:t>
        <a:bodyPr/>
        <a:lstStyle/>
        <a:p>
          <a:r>
            <a:rPr lang="en-US" sz="2000" dirty="0">
              <a:latin typeface="Gill Sans MT" panose="020B0502020104020203" pitchFamily="34" charset="0"/>
            </a:rPr>
            <a:t>User-centered</a:t>
          </a:r>
        </a:p>
      </dgm:t>
    </dgm:pt>
    <dgm:pt modelId="{6A17F872-2987-40B3-A50B-50FB0F40B1C5}" type="parTrans" cxnId="{7C3150F5-A94B-475B-88AD-BD575F923B49}">
      <dgm:prSet/>
      <dgm:spPr/>
      <dgm:t>
        <a:bodyPr/>
        <a:lstStyle/>
        <a:p>
          <a:endParaRPr lang="en-US" sz="2000">
            <a:latin typeface="Gill Sans MT" panose="020B0502020104020203" pitchFamily="34" charset="0"/>
          </a:endParaRPr>
        </a:p>
      </dgm:t>
    </dgm:pt>
    <dgm:pt modelId="{B447B071-811A-490B-B188-6837FB919081}" type="sibTrans" cxnId="{7C3150F5-A94B-475B-88AD-BD575F923B49}">
      <dgm:prSet/>
      <dgm:spPr>
        <a:noFill/>
        <a:ln>
          <a:noFill/>
        </a:ln>
      </dgm:spPr>
      <dgm:t>
        <a:bodyPr/>
        <a:lstStyle/>
        <a:p>
          <a:endParaRPr lang="en-US" sz="2000">
            <a:latin typeface="Gill Sans MT" panose="020B0502020104020203" pitchFamily="34" charset="0"/>
          </a:endParaRPr>
        </a:p>
      </dgm:t>
    </dgm:pt>
    <dgm:pt modelId="{F8E89616-19B9-46CD-99F6-3FD690B5054A}" type="pres">
      <dgm:prSet presAssocID="{BEDCC6B8-40D4-4336-BF90-FAB5F377DCBF}" presName="compositeShape" presStyleCnt="0">
        <dgm:presLayoutVars>
          <dgm:chMax val="7"/>
          <dgm:dir/>
          <dgm:resizeHandles val="exact"/>
        </dgm:presLayoutVars>
      </dgm:prSet>
      <dgm:spPr/>
    </dgm:pt>
    <dgm:pt modelId="{BC38F61E-ACE7-441A-8D60-5FB05440C8BE}" type="pres">
      <dgm:prSet presAssocID="{BEDCC6B8-40D4-4336-BF90-FAB5F377DCBF}" presName="wedge1" presStyleLbl="node1" presStyleIdx="0" presStyleCnt="5"/>
      <dgm:spPr/>
    </dgm:pt>
    <dgm:pt modelId="{FE403FDD-A910-47BD-85F3-9A2B959DA756}" type="pres">
      <dgm:prSet presAssocID="{BEDCC6B8-40D4-4336-BF90-FAB5F377DCBF}" presName="dummy1a" presStyleCnt="0"/>
      <dgm:spPr/>
    </dgm:pt>
    <dgm:pt modelId="{649793BA-02A2-4300-937B-EC6E4310913B}" type="pres">
      <dgm:prSet presAssocID="{BEDCC6B8-40D4-4336-BF90-FAB5F377DCBF}" presName="dummy1b" presStyleCnt="0"/>
      <dgm:spPr/>
    </dgm:pt>
    <dgm:pt modelId="{7E9652D2-359B-4229-A50E-4901964E7079}" type="pres">
      <dgm:prSet presAssocID="{BEDCC6B8-40D4-4336-BF90-FAB5F377DCBF}" presName="wedge1Tx" presStyleLbl="node1" presStyleIdx="0" presStyleCnt="5">
        <dgm:presLayoutVars>
          <dgm:chMax val="0"/>
          <dgm:chPref val="0"/>
          <dgm:bulletEnabled val="1"/>
        </dgm:presLayoutVars>
      </dgm:prSet>
      <dgm:spPr/>
    </dgm:pt>
    <dgm:pt modelId="{4EA89329-14C2-4DA1-939C-C936993EAB0D}" type="pres">
      <dgm:prSet presAssocID="{BEDCC6B8-40D4-4336-BF90-FAB5F377DCBF}" presName="wedge2" presStyleLbl="node1" presStyleIdx="1" presStyleCnt="5"/>
      <dgm:spPr/>
    </dgm:pt>
    <dgm:pt modelId="{5392B537-9AC4-4A9C-AB52-4D53B42BC469}" type="pres">
      <dgm:prSet presAssocID="{BEDCC6B8-40D4-4336-BF90-FAB5F377DCBF}" presName="dummy2a" presStyleCnt="0"/>
      <dgm:spPr/>
    </dgm:pt>
    <dgm:pt modelId="{C4C4FDA9-2D79-49B9-888E-D87C004EB225}" type="pres">
      <dgm:prSet presAssocID="{BEDCC6B8-40D4-4336-BF90-FAB5F377DCBF}" presName="dummy2b" presStyleCnt="0"/>
      <dgm:spPr/>
    </dgm:pt>
    <dgm:pt modelId="{60FAF377-EAE4-41BA-8092-9CD4912852D6}" type="pres">
      <dgm:prSet presAssocID="{BEDCC6B8-40D4-4336-BF90-FAB5F377DCBF}" presName="wedge2Tx" presStyleLbl="node1" presStyleIdx="1" presStyleCnt="5">
        <dgm:presLayoutVars>
          <dgm:chMax val="0"/>
          <dgm:chPref val="0"/>
          <dgm:bulletEnabled val="1"/>
        </dgm:presLayoutVars>
      </dgm:prSet>
      <dgm:spPr/>
    </dgm:pt>
    <dgm:pt modelId="{161F6484-EB8A-4066-B559-495C9BFB14C0}" type="pres">
      <dgm:prSet presAssocID="{BEDCC6B8-40D4-4336-BF90-FAB5F377DCBF}" presName="wedge3" presStyleLbl="node1" presStyleIdx="2" presStyleCnt="5"/>
      <dgm:spPr/>
    </dgm:pt>
    <dgm:pt modelId="{9A0A92F0-CFC3-4075-97A7-7BE94591DCB2}" type="pres">
      <dgm:prSet presAssocID="{BEDCC6B8-40D4-4336-BF90-FAB5F377DCBF}" presName="dummy3a" presStyleCnt="0"/>
      <dgm:spPr/>
    </dgm:pt>
    <dgm:pt modelId="{6683563B-7217-4D70-8104-718FA9B688C4}" type="pres">
      <dgm:prSet presAssocID="{BEDCC6B8-40D4-4336-BF90-FAB5F377DCBF}" presName="dummy3b" presStyleCnt="0"/>
      <dgm:spPr/>
    </dgm:pt>
    <dgm:pt modelId="{58A55FF4-29CC-4F33-9870-FCC5E0A0C0CC}" type="pres">
      <dgm:prSet presAssocID="{BEDCC6B8-40D4-4336-BF90-FAB5F377DCBF}" presName="wedge3Tx" presStyleLbl="node1" presStyleIdx="2" presStyleCnt="5">
        <dgm:presLayoutVars>
          <dgm:chMax val="0"/>
          <dgm:chPref val="0"/>
          <dgm:bulletEnabled val="1"/>
        </dgm:presLayoutVars>
      </dgm:prSet>
      <dgm:spPr/>
    </dgm:pt>
    <dgm:pt modelId="{D7B02B96-5D82-4656-86C6-4457B2F8A211}" type="pres">
      <dgm:prSet presAssocID="{BEDCC6B8-40D4-4336-BF90-FAB5F377DCBF}" presName="wedge4" presStyleLbl="node1" presStyleIdx="3" presStyleCnt="5"/>
      <dgm:spPr/>
    </dgm:pt>
    <dgm:pt modelId="{90495A98-3875-4C5D-8F51-59E2E428C19C}" type="pres">
      <dgm:prSet presAssocID="{BEDCC6B8-40D4-4336-BF90-FAB5F377DCBF}" presName="dummy4a" presStyleCnt="0"/>
      <dgm:spPr/>
    </dgm:pt>
    <dgm:pt modelId="{F1DD3268-A780-4160-9688-7F6096ABB966}" type="pres">
      <dgm:prSet presAssocID="{BEDCC6B8-40D4-4336-BF90-FAB5F377DCBF}" presName="dummy4b" presStyleCnt="0"/>
      <dgm:spPr/>
    </dgm:pt>
    <dgm:pt modelId="{CD86219F-C555-4B08-9F7A-14205AB05A1A}" type="pres">
      <dgm:prSet presAssocID="{BEDCC6B8-40D4-4336-BF90-FAB5F377DCBF}" presName="wedge4Tx" presStyleLbl="node1" presStyleIdx="3" presStyleCnt="5">
        <dgm:presLayoutVars>
          <dgm:chMax val="0"/>
          <dgm:chPref val="0"/>
          <dgm:bulletEnabled val="1"/>
        </dgm:presLayoutVars>
      </dgm:prSet>
      <dgm:spPr/>
    </dgm:pt>
    <dgm:pt modelId="{84372B3C-C952-45A8-8116-290383BFE721}" type="pres">
      <dgm:prSet presAssocID="{BEDCC6B8-40D4-4336-BF90-FAB5F377DCBF}" presName="wedge5" presStyleLbl="node1" presStyleIdx="4" presStyleCnt="5"/>
      <dgm:spPr/>
    </dgm:pt>
    <dgm:pt modelId="{8C293ED8-EFD2-44E3-AC78-3D04193AF900}" type="pres">
      <dgm:prSet presAssocID="{BEDCC6B8-40D4-4336-BF90-FAB5F377DCBF}" presName="dummy5a" presStyleCnt="0"/>
      <dgm:spPr/>
    </dgm:pt>
    <dgm:pt modelId="{91BA3301-17DD-4FB0-A559-32F10CF6E055}" type="pres">
      <dgm:prSet presAssocID="{BEDCC6B8-40D4-4336-BF90-FAB5F377DCBF}" presName="dummy5b" presStyleCnt="0"/>
      <dgm:spPr/>
    </dgm:pt>
    <dgm:pt modelId="{7A21AB1E-5772-45A9-AFB5-BC926A9571C5}" type="pres">
      <dgm:prSet presAssocID="{BEDCC6B8-40D4-4336-BF90-FAB5F377DCBF}" presName="wedge5Tx" presStyleLbl="node1" presStyleIdx="4" presStyleCnt="5">
        <dgm:presLayoutVars>
          <dgm:chMax val="0"/>
          <dgm:chPref val="0"/>
          <dgm:bulletEnabled val="1"/>
        </dgm:presLayoutVars>
      </dgm:prSet>
      <dgm:spPr/>
    </dgm:pt>
    <dgm:pt modelId="{80FB3B19-8D7C-4585-BFDE-9954FE38C049}" type="pres">
      <dgm:prSet presAssocID="{E34D1658-BB48-4832-89E5-FC8041C439B0}" presName="arrowWedge1" presStyleLbl="fgSibTrans2D1" presStyleIdx="0" presStyleCnt="5"/>
      <dgm:spPr>
        <a:noFill/>
        <a:ln>
          <a:noFill/>
        </a:ln>
      </dgm:spPr>
    </dgm:pt>
    <dgm:pt modelId="{4CA40166-8A9A-4D4C-A689-3A2070924734}" type="pres">
      <dgm:prSet presAssocID="{33494633-9827-4F4C-A984-44427AA6A089}" presName="arrowWedge2" presStyleLbl="fgSibTrans2D1" presStyleIdx="1" presStyleCnt="5"/>
      <dgm:spPr>
        <a:noFill/>
      </dgm:spPr>
    </dgm:pt>
    <dgm:pt modelId="{47D82C89-2042-4DE0-862F-5FC2E1E6E067}" type="pres">
      <dgm:prSet presAssocID="{26EC8577-981C-4245-8131-D045F854C466}" presName="arrowWedge3" presStyleLbl="fgSibTrans2D1" presStyleIdx="2" presStyleCnt="5"/>
      <dgm:spPr>
        <a:noFill/>
      </dgm:spPr>
    </dgm:pt>
    <dgm:pt modelId="{9980E675-1DED-44C3-A04C-306DA669A03E}" type="pres">
      <dgm:prSet presAssocID="{6E9AB113-2B2F-454E-AA4C-3260A15EFB8F}" presName="arrowWedge4" presStyleLbl="fgSibTrans2D1" presStyleIdx="3" presStyleCnt="5"/>
      <dgm:spPr>
        <a:noFill/>
      </dgm:spPr>
    </dgm:pt>
    <dgm:pt modelId="{039CBA67-55F2-4BBF-B773-EADDD14F8248}" type="pres">
      <dgm:prSet presAssocID="{B447B071-811A-490B-B188-6837FB919081}" presName="arrowWedge5" presStyleLbl="fgSibTrans2D1" presStyleIdx="4" presStyleCnt="5"/>
      <dgm:spPr>
        <a:noFill/>
        <a:ln>
          <a:noFill/>
        </a:ln>
      </dgm:spPr>
    </dgm:pt>
  </dgm:ptLst>
  <dgm:cxnLst>
    <dgm:cxn modelId="{E3B7B71A-B7B3-47CA-95CF-43FE715B3DEB}" type="presOf" srcId="{4783A41C-3FD1-4C55-B16C-82353E80FBF7}" destId="{84372B3C-C952-45A8-8116-290383BFE721}" srcOrd="0" destOrd="0" presId="urn:microsoft.com/office/officeart/2005/8/layout/cycle8"/>
    <dgm:cxn modelId="{AFD75321-DEFE-443B-ADA4-63915AEB3366}" type="presOf" srcId="{2A61C0B7-0A3A-4A61-9A8C-4FD428244C19}" destId="{BC38F61E-ACE7-441A-8D60-5FB05440C8BE}" srcOrd="0" destOrd="0" presId="urn:microsoft.com/office/officeart/2005/8/layout/cycle8"/>
    <dgm:cxn modelId="{B6AE7D35-660D-45B5-922B-6D634558B15E}" srcId="{BEDCC6B8-40D4-4336-BF90-FAB5F377DCBF}" destId="{144FF440-7ECC-49B5-92BC-899E0AF5A243}" srcOrd="1" destOrd="0" parTransId="{450D30E8-12D6-420C-9B47-0EC8BB55CE88}" sibTransId="{33494633-9827-4F4C-A984-44427AA6A089}"/>
    <dgm:cxn modelId="{23E26739-0F72-4196-848C-313CA44A0092}" type="presOf" srcId="{774B3366-B125-43AB-B59C-CA6D3972950F}" destId="{58A55FF4-29CC-4F33-9870-FCC5E0A0C0CC}" srcOrd="1" destOrd="0" presId="urn:microsoft.com/office/officeart/2005/8/layout/cycle8"/>
    <dgm:cxn modelId="{2BE3E540-BDCB-470E-BD2C-E9A5144F2176}" type="presOf" srcId="{4783A41C-3FD1-4C55-B16C-82353E80FBF7}" destId="{7A21AB1E-5772-45A9-AFB5-BC926A9571C5}" srcOrd="1" destOrd="0" presId="urn:microsoft.com/office/officeart/2005/8/layout/cycle8"/>
    <dgm:cxn modelId="{664AC846-4573-47E4-93A8-696063A75EE6}" srcId="{BEDCC6B8-40D4-4336-BF90-FAB5F377DCBF}" destId="{774B3366-B125-43AB-B59C-CA6D3972950F}" srcOrd="2" destOrd="0" parTransId="{2476F7C0-8332-4803-9F48-8AFB216CEB94}" sibTransId="{26EC8577-981C-4245-8131-D045F854C466}"/>
    <dgm:cxn modelId="{B8CFE667-D04A-48AE-A6ED-EAD2695FFC1D}" srcId="{BEDCC6B8-40D4-4336-BF90-FAB5F377DCBF}" destId="{2A61C0B7-0A3A-4A61-9A8C-4FD428244C19}" srcOrd="0" destOrd="0" parTransId="{5E320B59-8619-482E-8854-33A2B4DB9A69}" sibTransId="{E34D1658-BB48-4832-89E5-FC8041C439B0}"/>
    <dgm:cxn modelId="{A2018376-330B-40E8-AD2E-FDA267C76FA9}" type="presOf" srcId="{2A61C0B7-0A3A-4A61-9A8C-4FD428244C19}" destId="{7E9652D2-359B-4229-A50E-4901964E7079}" srcOrd="1" destOrd="0" presId="urn:microsoft.com/office/officeart/2005/8/layout/cycle8"/>
    <dgm:cxn modelId="{9AB2D083-8CFF-4635-9758-6CF89A5542B3}" type="presOf" srcId="{774B3366-B125-43AB-B59C-CA6D3972950F}" destId="{161F6484-EB8A-4066-B559-495C9BFB14C0}" srcOrd="0" destOrd="0" presId="urn:microsoft.com/office/officeart/2005/8/layout/cycle8"/>
    <dgm:cxn modelId="{31E11C9C-DAEF-49F3-96DA-1DC1EC2C39B7}" type="presOf" srcId="{144FF440-7ECC-49B5-92BC-899E0AF5A243}" destId="{4EA89329-14C2-4DA1-939C-C936993EAB0D}" srcOrd="0" destOrd="0" presId="urn:microsoft.com/office/officeart/2005/8/layout/cycle8"/>
    <dgm:cxn modelId="{179168A5-16A4-4EA5-BFF8-E134175A404C}" type="presOf" srcId="{7C47039D-DA44-42D5-8A3A-2AE92283BCAA}" destId="{CD86219F-C555-4B08-9F7A-14205AB05A1A}" srcOrd="1" destOrd="0" presId="urn:microsoft.com/office/officeart/2005/8/layout/cycle8"/>
    <dgm:cxn modelId="{4CA6DBBA-3CCB-46D5-AB87-C8E482A64C99}" type="presOf" srcId="{144FF440-7ECC-49B5-92BC-899E0AF5A243}" destId="{60FAF377-EAE4-41BA-8092-9CD4912852D6}" srcOrd="1" destOrd="0" presId="urn:microsoft.com/office/officeart/2005/8/layout/cycle8"/>
    <dgm:cxn modelId="{46DB24C5-740D-4C4E-B117-695411932B4C}" type="presOf" srcId="{BEDCC6B8-40D4-4336-BF90-FAB5F377DCBF}" destId="{F8E89616-19B9-46CD-99F6-3FD690B5054A}" srcOrd="0" destOrd="0" presId="urn:microsoft.com/office/officeart/2005/8/layout/cycle8"/>
    <dgm:cxn modelId="{FC4A44D6-65BA-4458-9431-9AFF41E52340}" srcId="{BEDCC6B8-40D4-4336-BF90-FAB5F377DCBF}" destId="{7C47039D-DA44-42D5-8A3A-2AE92283BCAA}" srcOrd="3" destOrd="0" parTransId="{C50F055D-1EE6-4CC3-AEDD-789160DB40D3}" sibTransId="{6E9AB113-2B2F-454E-AA4C-3260A15EFB8F}"/>
    <dgm:cxn modelId="{A2C65BE1-AC3A-4431-87D3-B54754333A9D}" type="presOf" srcId="{7C47039D-DA44-42D5-8A3A-2AE92283BCAA}" destId="{D7B02B96-5D82-4656-86C6-4457B2F8A211}" srcOrd="0" destOrd="0" presId="urn:microsoft.com/office/officeart/2005/8/layout/cycle8"/>
    <dgm:cxn modelId="{7C3150F5-A94B-475B-88AD-BD575F923B49}" srcId="{BEDCC6B8-40D4-4336-BF90-FAB5F377DCBF}" destId="{4783A41C-3FD1-4C55-B16C-82353E80FBF7}" srcOrd="4" destOrd="0" parTransId="{6A17F872-2987-40B3-A50B-50FB0F40B1C5}" sibTransId="{B447B071-811A-490B-B188-6837FB919081}"/>
    <dgm:cxn modelId="{3A747A69-AFE6-40DB-B7B3-7E61D88D586F}" type="presParOf" srcId="{F8E89616-19B9-46CD-99F6-3FD690B5054A}" destId="{BC38F61E-ACE7-441A-8D60-5FB05440C8BE}" srcOrd="0" destOrd="0" presId="urn:microsoft.com/office/officeart/2005/8/layout/cycle8"/>
    <dgm:cxn modelId="{85EE1FB1-1D5A-417F-A772-E461EEAD487E}" type="presParOf" srcId="{F8E89616-19B9-46CD-99F6-3FD690B5054A}" destId="{FE403FDD-A910-47BD-85F3-9A2B959DA756}" srcOrd="1" destOrd="0" presId="urn:microsoft.com/office/officeart/2005/8/layout/cycle8"/>
    <dgm:cxn modelId="{0CB5FC5B-5C4F-4DFC-A021-8C3CA0D54199}" type="presParOf" srcId="{F8E89616-19B9-46CD-99F6-3FD690B5054A}" destId="{649793BA-02A2-4300-937B-EC6E4310913B}" srcOrd="2" destOrd="0" presId="urn:microsoft.com/office/officeart/2005/8/layout/cycle8"/>
    <dgm:cxn modelId="{5E473912-5DD4-42E9-8EE7-67D475D4021E}" type="presParOf" srcId="{F8E89616-19B9-46CD-99F6-3FD690B5054A}" destId="{7E9652D2-359B-4229-A50E-4901964E7079}" srcOrd="3" destOrd="0" presId="urn:microsoft.com/office/officeart/2005/8/layout/cycle8"/>
    <dgm:cxn modelId="{741A38B8-573B-41CF-BC9B-429B31B5946F}" type="presParOf" srcId="{F8E89616-19B9-46CD-99F6-3FD690B5054A}" destId="{4EA89329-14C2-4DA1-939C-C936993EAB0D}" srcOrd="4" destOrd="0" presId="urn:microsoft.com/office/officeart/2005/8/layout/cycle8"/>
    <dgm:cxn modelId="{3819A76C-CB36-44BA-AB43-BE5B5AFD5F2E}" type="presParOf" srcId="{F8E89616-19B9-46CD-99F6-3FD690B5054A}" destId="{5392B537-9AC4-4A9C-AB52-4D53B42BC469}" srcOrd="5" destOrd="0" presId="urn:microsoft.com/office/officeart/2005/8/layout/cycle8"/>
    <dgm:cxn modelId="{D14D71AA-963C-489C-8AD8-0CE0AA21AC00}" type="presParOf" srcId="{F8E89616-19B9-46CD-99F6-3FD690B5054A}" destId="{C4C4FDA9-2D79-49B9-888E-D87C004EB225}" srcOrd="6" destOrd="0" presId="urn:microsoft.com/office/officeart/2005/8/layout/cycle8"/>
    <dgm:cxn modelId="{73EDF2D5-B7CC-4C33-8C93-AD69B4440A45}" type="presParOf" srcId="{F8E89616-19B9-46CD-99F6-3FD690B5054A}" destId="{60FAF377-EAE4-41BA-8092-9CD4912852D6}" srcOrd="7" destOrd="0" presId="urn:microsoft.com/office/officeart/2005/8/layout/cycle8"/>
    <dgm:cxn modelId="{7C1163C5-99D9-4242-B20F-70607A31EDDE}" type="presParOf" srcId="{F8E89616-19B9-46CD-99F6-3FD690B5054A}" destId="{161F6484-EB8A-4066-B559-495C9BFB14C0}" srcOrd="8" destOrd="0" presId="urn:microsoft.com/office/officeart/2005/8/layout/cycle8"/>
    <dgm:cxn modelId="{0A43382F-AE83-42B2-8FD5-BFE784DDC82B}" type="presParOf" srcId="{F8E89616-19B9-46CD-99F6-3FD690B5054A}" destId="{9A0A92F0-CFC3-4075-97A7-7BE94591DCB2}" srcOrd="9" destOrd="0" presId="urn:microsoft.com/office/officeart/2005/8/layout/cycle8"/>
    <dgm:cxn modelId="{6C11FBD0-AE4B-412F-8B54-4BDDC8B7E0E7}" type="presParOf" srcId="{F8E89616-19B9-46CD-99F6-3FD690B5054A}" destId="{6683563B-7217-4D70-8104-718FA9B688C4}" srcOrd="10" destOrd="0" presId="urn:microsoft.com/office/officeart/2005/8/layout/cycle8"/>
    <dgm:cxn modelId="{84E0E351-0E09-48E2-B442-907A95EA8448}" type="presParOf" srcId="{F8E89616-19B9-46CD-99F6-3FD690B5054A}" destId="{58A55FF4-29CC-4F33-9870-FCC5E0A0C0CC}" srcOrd="11" destOrd="0" presId="urn:microsoft.com/office/officeart/2005/8/layout/cycle8"/>
    <dgm:cxn modelId="{291D79FC-D223-4B99-BB09-1D053C7AFEC6}" type="presParOf" srcId="{F8E89616-19B9-46CD-99F6-3FD690B5054A}" destId="{D7B02B96-5D82-4656-86C6-4457B2F8A211}" srcOrd="12" destOrd="0" presId="urn:microsoft.com/office/officeart/2005/8/layout/cycle8"/>
    <dgm:cxn modelId="{3ED9A237-726C-40C2-A7B0-CA8939A1607F}" type="presParOf" srcId="{F8E89616-19B9-46CD-99F6-3FD690B5054A}" destId="{90495A98-3875-4C5D-8F51-59E2E428C19C}" srcOrd="13" destOrd="0" presId="urn:microsoft.com/office/officeart/2005/8/layout/cycle8"/>
    <dgm:cxn modelId="{17982AB6-4F46-4329-BD6D-6182F5A4A704}" type="presParOf" srcId="{F8E89616-19B9-46CD-99F6-3FD690B5054A}" destId="{F1DD3268-A780-4160-9688-7F6096ABB966}" srcOrd="14" destOrd="0" presId="urn:microsoft.com/office/officeart/2005/8/layout/cycle8"/>
    <dgm:cxn modelId="{A4331C82-8CE4-4ADE-ACB8-9B7450C8488A}" type="presParOf" srcId="{F8E89616-19B9-46CD-99F6-3FD690B5054A}" destId="{CD86219F-C555-4B08-9F7A-14205AB05A1A}" srcOrd="15" destOrd="0" presId="urn:microsoft.com/office/officeart/2005/8/layout/cycle8"/>
    <dgm:cxn modelId="{FB666071-7D03-4ED4-AEA9-15C9E44ABECB}" type="presParOf" srcId="{F8E89616-19B9-46CD-99F6-3FD690B5054A}" destId="{84372B3C-C952-45A8-8116-290383BFE721}" srcOrd="16" destOrd="0" presId="urn:microsoft.com/office/officeart/2005/8/layout/cycle8"/>
    <dgm:cxn modelId="{FD165C99-A148-4B80-A46D-699128C955C8}" type="presParOf" srcId="{F8E89616-19B9-46CD-99F6-3FD690B5054A}" destId="{8C293ED8-EFD2-44E3-AC78-3D04193AF900}" srcOrd="17" destOrd="0" presId="urn:microsoft.com/office/officeart/2005/8/layout/cycle8"/>
    <dgm:cxn modelId="{EDB3E302-188A-4C93-A827-D95E3E9AC975}" type="presParOf" srcId="{F8E89616-19B9-46CD-99F6-3FD690B5054A}" destId="{91BA3301-17DD-4FB0-A559-32F10CF6E055}" srcOrd="18" destOrd="0" presId="urn:microsoft.com/office/officeart/2005/8/layout/cycle8"/>
    <dgm:cxn modelId="{F6E5DAF6-5570-48BD-B518-B3741F8B82AA}" type="presParOf" srcId="{F8E89616-19B9-46CD-99F6-3FD690B5054A}" destId="{7A21AB1E-5772-45A9-AFB5-BC926A9571C5}" srcOrd="19" destOrd="0" presId="urn:microsoft.com/office/officeart/2005/8/layout/cycle8"/>
    <dgm:cxn modelId="{2EB9D2FD-9AE6-4E17-BFFF-A63849A590F5}" type="presParOf" srcId="{F8E89616-19B9-46CD-99F6-3FD690B5054A}" destId="{80FB3B19-8D7C-4585-BFDE-9954FE38C049}" srcOrd="20" destOrd="0" presId="urn:microsoft.com/office/officeart/2005/8/layout/cycle8"/>
    <dgm:cxn modelId="{623FADF4-9F8F-4F24-957F-E146F75A5288}" type="presParOf" srcId="{F8E89616-19B9-46CD-99F6-3FD690B5054A}" destId="{4CA40166-8A9A-4D4C-A689-3A2070924734}" srcOrd="21" destOrd="0" presId="urn:microsoft.com/office/officeart/2005/8/layout/cycle8"/>
    <dgm:cxn modelId="{D0680A3D-8A92-4871-B4ED-03CA5CF3E18B}" type="presParOf" srcId="{F8E89616-19B9-46CD-99F6-3FD690B5054A}" destId="{47D82C89-2042-4DE0-862F-5FC2E1E6E067}" srcOrd="22" destOrd="0" presId="urn:microsoft.com/office/officeart/2005/8/layout/cycle8"/>
    <dgm:cxn modelId="{8C8A89AF-350E-4089-A927-1A6E3C1E6E9E}" type="presParOf" srcId="{F8E89616-19B9-46CD-99F6-3FD690B5054A}" destId="{9980E675-1DED-44C3-A04C-306DA669A03E}" srcOrd="23" destOrd="0" presId="urn:microsoft.com/office/officeart/2005/8/layout/cycle8"/>
    <dgm:cxn modelId="{0CB2EA64-9CBF-4A91-8B9D-F91F2E9C5A5A}" type="presParOf" srcId="{F8E89616-19B9-46CD-99F6-3FD690B5054A}" destId="{039CBA67-55F2-4BBF-B773-EADDD14F8248}" srcOrd="24" destOrd="0" presId="urn:microsoft.com/office/officeart/2005/8/layout/cycle8"/>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BEDCC6B8-40D4-4336-BF90-FAB5F377DCBF}" type="doc">
      <dgm:prSet loTypeId="urn:microsoft.com/office/officeart/2005/8/layout/cycle8" loCatId="cycle" qsTypeId="urn:microsoft.com/office/officeart/2005/8/quickstyle/simple1#2" qsCatId="simple" csTypeId="urn:microsoft.com/office/officeart/2005/8/colors/accent1_2#2" csCatId="accent1" phldr="1"/>
      <dgm:spPr/>
      <dgm:t>
        <a:bodyPr/>
        <a:lstStyle/>
        <a:p>
          <a:endParaRPr lang="en-US"/>
        </a:p>
      </dgm:t>
    </dgm:pt>
    <dgm:pt modelId="{2A61C0B7-0A3A-4A61-9A8C-4FD428244C19}">
      <dgm:prSet phldrT="[Text]" custT="1"/>
      <dgm:spPr/>
      <dgm:t>
        <a:bodyPr/>
        <a:lstStyle/>
        <a:p>
          <a:r>
            <a:rPr lang="en-US" sz="2000" dirty="0" err="1">
              <a:latin typeface="Gill Sans MT" panose="020B0502020104020203" pitchFamily="34" charset="0"/>
            </a:rPr>
            <a:t>Cocreative</a:t>
          </a:r>
          <a:endParaRPr lang="en-US" sz="2000" dirty="0">
            <a:latin typeface="Gill Sans MT" panose="020B0502020104020203" pitchFamily="34" charset="0"/>
          </a:endParaRPr>
        </a:p>
      </dgm:t>
    </dgm:pt>
    <dgm:pt modelId="{5E320B59-8619-482E-8854-33A2B4DB9A69}" type="parTrans" cxnId="{B8CFE667-D04A-48AE-A6ED-EAD2695FFC1D}">
      <dgm:prSet/>
      <dgm:spPr/>
      <dgm:t>
        <a:bodyPr/>
        <a:lstStyle/>
        <a:p>
          <a:endParaRPr lang="en-US" sz="2000">
            <a:latin typeface="Gill Sans MT" panose="020B0502020104020203" pitchFamily="34" charset="0"/>
          </a:endParaRPr>
        </a:p>
      </dgm:t>
    </dgm:pt>
    <dgm:pt modelId="{E34D1658-BB48-4832-89E5-FC8041C439B0}" type="sibTrans" cxnId="{B8CFE667-D04A-48AE-A6ED-EAD2695FFC1D}">
      <dgm:prSet/>
      <dgm:spPr>
        <a:noFill/>
        <a:ln>
          <a:noFill/>
        </a:ln>
      </dgm:spPr>
      <dgm:t>
        <a:bodyPr/>
        <a:lstStyle/>
        <a:p>
          <a:endParaRPr lang="en-US" sz="2000">
            <a:latin typeface="Gill Sans MT" panose="020B0502020104020203" pitchFamily="34" charset="0"/>
          </a:endParaRPr>
        </a:p>
      </dgm:t>
    </dgm:pt>
    <dgm:pt modelId="{144FF440-7ECC-49B5-92BC-899E0AF5A243}">
      <dgm:prSet phldrT="[Text]" custT="1"/>
      <dgm:spPr/>
      <dgm:t>
        <a:bodyPr/>
        <a:lstStyle/>
        <a:p>
          <a:r>
            <a:rPr lang="en-US" sz="2000" dirty="0">
              <a:latin typeface="Gill Sans MT" panose="020B0502020104020203" pitchFamily="34" charset="0"/>
            </a:rPr>
            <a:t>Sequencing</a:t>
          </a:r>
        </a:p>
      </dgm:t>
    </dgm:pt>
    <dgm:pt modelId="{450D30E8-12D6-420C-9B47-0EC8BB55CE88}" type="parTrans" cxnId="{B6AE7D35-660D-45B5-922B-6D634558B15E}">
      <dgm:prSet/>
      <dgm:spPr/>
      <dgm:t>
        <a:bodyPr/>
        <a:lstStyle/>
        <a:p>
          <a:endParaRPr lang="en-US" sz="2000">
            <a:latin typeface="Gill Sans MT" panose="020B0502020104020203" pitchFamily="34" charset="0"/>
          </a:endParaRPr>
        </a:p>
      </dgm:t>
    </dgm:pt>
    <dgm:pt modelId="{33494633-9827-4F4C-A984-44427AA6A089}" type="sibTrans" cxnId="{B6AE7D35-660D-45B5-922B-6D634558B15E}">
      <dgm:prSet/>
      <dgm:spPr>
        <a:noFill/>
        <a:ln>
          <a:noFill/>
        </a:ln>
      </dgm:spPr>
      <dgm:t>
        <a:bodyPr/>
        <a:lstStyle/>
        <a:p>
          <a:endParaRPr lang="en-US" sz="2000">
            <a:latin typeface="Gill Sans MT" panose="020B0502020104020203" pitchFamily="34" charset="0"/>
          </a:endParaRPr>
        </a:p>
      </dgm:t>
    </dgm:pt>
    <dgm:pt modelId="{774B3366-B125-43AB-B59C-CA6D3972950F}">
      <dgm:prSet phldrT="[Text]" custT="1"/>
      <dgm:spPr/>
      <dgm:t>
        <a:bodyPr/>
        <a:lstStyle/>
        <a:p>
          <a:r>
            <a:rPr lang="en-US" sz="2000" dirty="0">
              <a:latin typeface="Gill Sans MT" panose="020B0502020104020203" pitchFamily="34" charset="0"/>
            </a:rPr>
            <a:t>Evidencing</a:t>
          </a:r>
        </a:p>
      </dgm:t>
    </dgm:pt>
    <dgm:pt modelId="{2476F7C0-8332-4803-9F48-8AFB216CEB94}" type="parTrans" cxnId="{664AC846-4573-47E4-93A8-696063A75EE6}">
      <dgm:prSet/>
      <dgm:spPr/>
      <dgm:t>
        <a:bodyPr/>
        <a:lstStyle/>
        <a:p>
          <a:endParaRPr lang="en-US" sz="2000">
            <a:latin typeface="Gill Sans MT" panose="020B0502020104020203" pitchFamily="34" charset="0"/>
          </a:endParaRPr>
        </a:p>
      </dgm:t>
    </dgm:pt>
    <dgm:pt modelId="{26EC8577-981C-4245-8131-D045F854C466}" type="sibTrans" cxnId="{664AC846-4573-47E4-93A8-696063A75EE6}">
      <dgm:prSet/>
      <dgm:spPr>
        <a:noFill/>
        <a:ln>
          <a:noFill/>
        </a:ln>
      </dgm:spPr>
      <dgm:t>
        <a:bodyPr/>
        <a:lstStyle/>
        <a:p>
          <a:endParaRPr lang="en-US" sz="2000">
            <a:latin typeface="Gill Sans MT" panose="020B0502020104020203" pitchFamily="34" charset="0"/>
          </a:endParaRPr>
        </a:p>
      </dgm:t>
    </dgm:pt>
    <dgm:pt modelId="{7C47039D-DA44-42D5-8A3A-2AE92283BCAA}">
      <dgm:prSet phldrT="[Text]" custT="1"/>
      <dgm:spPr/>
      <dgm:t>
        <a:bodyPr/>
        <a:lstStyle/>
        <a:p>
          <a:r>
            <a:rPr lang="en-US" sz="2000" dirty="0">
              <a:latin typeface="Gill Sans MT" panose="020B0502020104020203" pitchFamily="34" charset="0"/>
            </a:rPr>
            <a:t>Holistic</a:t>
          </a:r>
        </a:p>
      </dgm:t>
    </dgm:pt>
    <dgm:pt modelId="{C50F055D-1EE6-4CC3-AEDD-789160DB40D3}" type="parTrans" cxnId="{FC4A44D6-65BA-4458-9431-9AFF41E52340}">
      <dgm:prSet/>
      <dgm:spPr/>
      <dgm:t>
        <a:bodyPr/>
        <a:lstStyle/>
        <a:p>
          <a:endParaRPr lang="en-US" sz="2000">
            <a:latin typeface="Gill Sans MT" panose="020B0502020104020203" pitchFamily="34" charset="0"/>
          </a:endParaRPr>
        </a:p>
      </dgm:t>
    </dgm:pt>
    <dgm:pt modelId="{6E9AB113-2B2F-454E-AA4C-3260A15EFB8F}" type="sibTrans" cxnId="{FC4A44D6-65BA-4458-9431-9AFF41E52340}">
      <dgm:prSet/>
      <dgm:spPr>
        <a:noFill/>
        <a:ln>
          <a:noFill/>
        </a:ln>
      </dgm:spPr>
      <dgm:t>
        <a:bodyPr/>
        <a:lstStyle/>
        <a:p>
          <a:endParaRPr lang="en-US" sz="2000">
            <a:latin typeface="Gill Sans MT" panose="020B0502020104020203" pitchFamily="34" charset="0"/>
          </a:endParaRPr>
        </a:p>
      </dgm:t>
    </dgm:pt>
    <dgm:pt modelId="{4783A41C-3FD1-4C55-B16C-82353E80FBF7}">
      <dgm:prSet phldrT="[Text]" custT="1"/>
      <dgm:spPr/>
      <dgm:t>
        <a:bodyPr/>
        <a:lstStyle/>
        <a:p>
          <a:r>
            <a:rPr lang="en-US" sz="2000" dirty="0">
              <a:latin typeface="Gill Sans MT" panose="020B0502020104020203" pitchFamily="34" charset="0"/>
            </a:rPr>
            <a:t>User-centered</a:t>
          </a:r>
        </a:p>
      </dgm:t>
    </dgm:pt>
    <dgm:pt modelId="{6A17F872-2987-40B3-A50B-50FB0F40B1C5}" type="parTrans" cxnId="{7C3150F5-A94B-475B-88AD-BD575F923B49}">
      <dgm:prSet/>
      <dgm:spPr/>
      <dgm:t>
        <a:bodyPr/>
        <a:lstStyle/>
        <a:p>
          <a:endParaRPr lang="en-US" sz="2000">
            <a:latin typeface="Gill Sans MT" panose="020B0502020104020203" pitchFamily="34" charset="0"/>
          </a:endParaRPr>
        </a:p>
      </dgm:t>
    </dgm:pt>
    <dgm:pt modelId="{B447B071-811A-490B-B188-6837FB919081}" type="sibTrans" cxnId="{7C3150F5-A94B-475B-88AD-BD575F923B49}">
      <dgm:prSet/>
      <dgm:spPr>
        <a:noFill/>
        <a:ln>
          <a:noFill/>
        </a:ln>
      </dgm:spPr>
      <dgm:t>
        <a:bodyPr/>
        <a:lstStyle/>
        <a:p>
          <a:endParaRPr lang="en-US" sz="2000">
            <a:latin typeface="Gill Sans MT" panose="020B0502020104020203" pitchFamily="34" charset="0"/>
          </a:endParaRPr>
        </a:p>
      </dgm:t>
    </dgm:pt>
    <dgm:pt modelId="{F8E89616-19B9-46CD-99F6-3FD690B5054A}" type="pres">
      <dgm:prSet presAssocID="{BEDCC6B8-40D4-4336-BF90-FAB5F377DCBF}" presName="compositeShape" presStyleCnt="0">
        <dgm:presLayoutVars>
          <dgm:chMax val="7"/>
          <dgm:dir/>
          <dgm:resizeHandles val="exact"/>
        </dgm:presLayoutVars>
      </dgm:prSet>
      <dgm:spPr/>
    </dgm:pt>
    <dgm:pt modelId="{BC38F61E-ACE7-441A-8D60-5FB05440C8BE}" type="pres">
      <dgm:prSet presAssocID="{BEDCC6B8-40D4-4336-BF90-FAB5F377DCBF}" presName="wedge1" presStyleLbl="node1" presStyleIdx="0" presStyleCnt="5"/>
      <dgm:spPr/>
    </dgm:pt>
    <dgm:pt modelId="{FE403FDD-A910-47BD-85F3-9A2B959DA756}" type="pres">
      <dgm:prSet presAssocID="{BEDCC6B8-40D4-4336-BF90-FAB5F377DCBF}" presName="dummy1a" presStyleCnt="0"/>
      <dgm:spPr/>
    </dgm:pt>
    <dgm:pt modelId="{649793BA-02A2-4300-937B-EC6E4310913B}" type="pres">
      <dgm:prSet presAssocID="{BEDCC6B8-40D4-4336-BF90-FAB5F377DCBF}" presName="dummy1b" presStyleCnt="0"/>
      <dgm:spPr/>
    </dgm:pt>
    <dgm:pt modelId="{7E9652D2-359B-4229-A50E-4901964E7079}" type="pres">
      <dgm:prSet presAssocID="{BEDCC6B8-40D4-4336-BF90-FAB5F377DCBF}" presName="wedge1Tx" presStyleLbl="node1" presStyleIdx="0" presStyleCnt="5">
        <dgm:presLayoutVars>
          <dgm:chMax val="0"/>
          <dgm:chPref val="0"/>
          <dgm:bulletEnabled val="1"/>
        </dgm:presLayoutVars>
      </dgm:prSet>
      <dgm:spPr/>
    </dgm:pt>
    <dgm:pt modelId="{4EA89329-14C2-4DA1-939C-C936993EAB0D}" type="pres">
      <dgm:prSet presAssocID="{BEDCC6B8-40D4-4336-BF90-FAB5F377DCBF}" presName="wedge2" presStyleLbl="node1" presStyleIdx="1" presStyleCnt="5"/>
      <dgm:spPr/>
    </dgm:pt>
    <dgm:pt modelId="{5392B537-9AC4-4A9C-AB52-4D53B42BC469}" type="pres">
      <dgm:prSet presAssocID="{BEDCC6B8-40D4-4336-BF90-FAB5F377DCBF}" presName="dummy2a" presStyleCnt="0"/>
      <dgm:spPr/>
    </dgm:pt>
    <dgm:pt modelId="{C4C4FDA9-2D79-49B9-888E-D87C004EB225}" type="pres">
      <dgm:prSet presAssocID="{BEDCC6B8-40D4-4336-BF90-FAB5F377DCBF}" presName="dummy2b" presStyleCnt="0"/>
      <dgm:spPr/>
    </dgm:pt>
    <dgm:pt modelId="{60FAF377-EAE4-41BA-8092-9CD4912852D6}" type="pres">
      <dgm:prSet presAssocID="{BEDCC6B8-40D4-4336-BF90-FAB5F377DCBF}" presName="wedge2Tx" presStyleLbl="node1" presStyleIdx="1" presStyleCnt="5">
        <dgm:presLayoutVars>
          <dgm:chMax val="0"/>
          <dgm:chPref val="0"/>
          <dgm:bulletEnabled val="1"/>
        </dgm:presLayoutVars>
      </dgm:prSet>
      <dgm:spPr/>
    </dgm:pt>
    <dgm:pt modelId="{161F6484-EB8A-4066-B559-495C9BFB14C0}" type="pres">
      <dgm:prSet presAssocID="{BEDCC6B8-40D4-4336-BF90-FAB5F377DCBF}" presName="wedge3" presStyleLbl="node1" presStyleIdx="2" presStyleCnt="5"/>
      <dgm:spPr/>
    </dgm:pt>
    <dgm:pt modelId="{9A0A92F0-CFC3-4075-97A7-7BE94591DCB2}" type="pres">
      <dgm:prSet presAssocID="{BEDCC6B8-40D4-4336-BF90-FAB5F377DCBF}" presName="dummy3a" presStyleCnt="0"/>
      <dgm:spPr/>
    </dgm:pt>
    <dgm:pt modelId="{6683563B-7217-4D70-8104-718FA9B688C4}" type="pres">
      <dgm:prSet presAssocID="{BEDCC6B8-40D4-4336-BF90-FAB5F377DCBF}" presName="dummy3b" presStyleCnt="0"/>
      <dgm:spPr/>
    </dgm:pt>
    <dgm:pt modelId="{58A55FF4-29CC-4F33-9870-FCC5E0A0C0CC}" type="pres">
      <dgm:prSet presAssocID="{BEDCC6B8-40D4-4336-BF90-FAB5F377DCBF}" presName="wedge3Tx" presStyleLbl="node1" presStyleIdx="2" presStyleCnt="5">
        <dgm:presLayoutVars>
          <dgm:chMax val="0"/>
          <dgm:chPref val="0"/>
          <dgm:bulletEnabled val="1"/>
        </dgm:presLayoutVars>
      </dgm:prSet>
      <dgm:spPr/>
    </dgm:pt>
    <dgm:pt modelId="{D7B02B96-5D82-4656-86C6-4457B2F8A211}" type="pres">
      <dgm:prSet presAssocID="{BEDCC6B8-40D4-4336-BF90-FAB5F377DCBF}" presName="wedge4" presStyleLbl="node1" presStyleIdx="3" presStyleCnt="5"/>
      <dgm:spPr/>
    </dgm:pt>
    <dgm:pt modelId="{90495A98-3875-4C5D-8F51-59E2E428C19C}" type="pres">
      <dgm:prSet presAssocID="{BEDCC6B8-40D4-4336-BF90-FAB5F377DCBF}" presName="dummy4a" presStyleCnt="0"/>
      <dgm:spPr/>
    </dgm:pt>
    <dgm:pt modelId="{F1DD3268-A780-4160-9688-7F6096ABB966}" type="pres">
      <dgm:prSet presAssocID="{BEDCC6B8-40D4-4336-BF90-FAB5F377DCBF}" presName="dummy4b" presStyleCnt="0"/>
      <dgm:spPr/>
    </dgm:pt>
    <dgm:pt modelId="{CD86219F-C555-4B08-9F7A-14205AB05A1A}" type="pres">
      <dgm:prSet presAssocID="{BEDCC6B8-40D4-4336-BF90-FAB5F377DCBF}" presName="wedge4Tx" presStyleLbl="node1" presStyleIdx="3" presStyleCnt="5">
        <dgm:presLayoutVars>
          <dgm:chMax val="0"/>
          <dgm:chPref val="0"/>
          <dgm:bulletEnabled val="1"/>
        </dgm:presLayoutVars>
      </dgm:prSet>
      <dgm:spPr/>
    </dgm:pt>
    <dgm:pt modelId="{84372B3C-C952-45A8-8116-290383BFE721}" type="pres">
      <dgm:prSet presAssocID="{BEDCC6B8-40D4-4336-BF90-FAB5F377DCBF}" presName="wedge5" presStyleLbl="node1" presStyleIdx="4" presStyleCnt="5"/>
      <dgm:spPr/>
    </dgm:pt>
    <dgm:pt modelId="{8C293ED8-EFD2-44E3-AC78-3D04193AF900}" type="pres">
      <dgm:prSet presAssocID="{BEDCC6B8-40D4-4336-BF90-FAB5F377DCBF}" presName="dummy5a" presStyleCnt="0"/>
      <dgm:spPr/>
    </dgm:pt>
    <dgm:pt modelId="{91BA3301-17DD-4FB0-A559-32F10CF6E055}" type="pres">
      <dgm:prSet presAssocID="{BEDCC6B8-40D4-4336-BF90-FAB5F377DCBF}" presName="dummy5b" presStyleCnt="0"/>
      <dgm:spPr/>
    </dgm:pt>
    <dgm:pt modelId="{7A21AB1E-5772-45A9-AFB5-BC926A9571C5}" type="pres">
      <dgm:prSet presAssocID="{BEDCC6B8-40D4-4336-BF90-FAB5F377DCBF}" presName="wedge5Tx" presStyleLbl="node1" presStyleIdx="4" presStyleCnt="5">
        <dgm:presLayoutVars>
          <dgm:chMax val="0"/>
          <dgm:chPref val="0"/>
          <dgm:bulletEnabled val="1"/>
        </dgm:presLayoutVars>
      </dgm:prSet>
      <dgm:spPr/>
    </dgm:pt>
    <dgm:pt modelId="{80FB3B19-8D7C-4585-BFDE-9954FE38C049}" type="pres">
      <dgm:prSet presAssocID="{E34D1658-BB48-4832-89E5-FC8041C439B0}" presName="arrowWedge1" presStyleLbl="fgSibTrans2D1" presStyleIdx="0" presStyleCnt="5"/>
      <dgm:spPr>
        <a:noFill/>
        <a:ln>
          <a:noFill/>
        </a:ln>
      </dgm:spPr>
    </dgm:pt>
    <dgm:pt modelId="{4CA40166-8A9A-4D4C-A689-3A2070924734}" type="pres">
      <dgm:prSet presAssocID="{33494633-9827-4F4C-A984-44427AA6A089}" presName="arrowWedge2" presStyleLbl="fgSibTrans2D1" presStyleIdx="1" presStyleCnt="5"/>
      <dgm:spPr>
        <a:noFill/>
      </dgm:spPr>
    </dgm:pt>
    <dgm:pt modelId="{47D82C89-2042-4DE0-862F-5FC2E1E6E067}" type="pres">
      <dgm:prSet presAssocID="{26EC8577-981C-4245-8131-D045F854C466}" presName="arrowWedge3" presStyleLbl="fgSibTrans2D1" presStyleIdx="2" presStyleCnt="5"/>
      <dgm:spPr>
        <a:noFill/>
      </dgm:spPr>
    </dgm:pt>
    <dgm:pt modelId="{9980E675-1DED-44C3-A04C-306DA669A03E}" type="pres">
      <dgm:prSet presAssocID="{6E9AB113-2B2F-454E-AA4C-3260A15EFB8F}" presName="arrowWedge4" presStyleLbl="fgSibTrans2D1" presStyleIdx="3" presStyleCnt="5"/>
      <dgm:spPr>
        <a:noFill/>
      </dgm:spPr>
    </dgm:pt>
    <dgm:pt modelId="{039CBA67-55F2-4BBF-B773-EADDD14F8248}" type="pres">
      <dgm:prSet presAssocID="{B447B071-811A-490B-B188-6837FB919081}" presName="arrowWedge5" presStyleLbl="fgSibTrans2D1" presStyleIdx="4" presStyleCnt="5"/>
      <dgm:spPr>
        <a:noFill/>
        <a:ln>
          <a:noFill/>
        </a:ln>
      </dgm:spPr>
    </dgm:pt>
  </dgm:ptLst>
  <dgm:cxnLst>
    <dgm:cxn modelId="{E3B7B71A-B7B3-47CA-95CF-43FE715B3DEB}" type="presOf" srcId="{4783A41C-3FD1-4C55-B16C-82353E80FBF7}" destId="{84372B3C-C952-45A8-8116-290383BFE721}" srcOrd="0" destOrd="0" presId="urn:microsoft.com/office/officeart/2005/8/layout/cycle8"/>
    <dgm:cxn modelId="{AFD75321-DEFE-443B-ADA4-63915AEB3366}" type="presOf" srcId="{2A61C0B7-0A3A-4A61-9A8C-4FD428244C19}" destId="{BC38F61E-ACE7-441A-8D60-5FB05440C8BE}" srcOrd="0" destOrd="0" presId="urn:microsoft.com/office/officeart/2005/8/layout/cycle8"/>
    <dgm:cxn modelId="{B6AE7D35-660D-45B5-922B-6D634558B15E}" srcId="{BEDCC6B8-40D4-4336-BF90-FAB5F377DCBF}" destId="{144FF440-7ECC-49B5-92BC-899E0AF5A243}" srcOrd="1" destOrd="0" parTransId="{450D30E8-12D6-420C-9B47-0EC8BB55CE88}" sibTransId="{33494633-9827-4F4C-A984-44427AA6A089}"/>
    <dgm:cxn modelId="{23E26739-0F72-4196-848C-313CA44A0092}" type="presOf" srcId="{774B3366-B125-43AB-B59C-CA6D3972950F}" destId="{58A55FF4-29CC-4F33-9870-FCC5E0A0C0CC}" srcOrd="1" destOrd="0" presId="urn:microsoft.com/office/officeart/2005/8/layout/cycle8"/>
    <dgm:cxn modelId="{2BE3E540-BDCB-470E-BD2C-E9A5144F2176}" type="presOf" srcId="{4783A41C-3FD1-4C55-B16C-82353E80FBF7}" destId="{7A21AB1E-5772-45A9-AFB5-BC926A9571C5}" srcOrd="1" destOrd="0" presId="urn:microsoft.com/office/officeart/2005/8/layout/cycle8"/>
    <dgm:cxn modelId="{664AC846-4573-47E4-93A8-696063A75EE6}" srcId="{BEDCC6B8-40D4-4336-BF90-FAB5F377DCBF}" destId="{774B3366-B125-43AB-B59C-CA6D3972950F}" srcOrd="2" destOrd="0" parTransId="{2476F7C0-8332-4803-9F48-8AFB216CEB94}" sibTransId="{26EC8577-981C-4245-8131-D045F854C466}"/>
    <dgm:cxn modelId="{B8CFE667-D04A-48AE-A6ED-EAD2695FFC1D}" srcId="{BEDCC6B8-40D4-4336-BF90-FAB5F377DCBF}" destId="{2A61C0B7-0A3A-4A61-9A8C-4FD428244C19}" srcOrd="0" destOrd="0" parTransId="{5E320B59-8619-482E-8854-33A2B4DB9A69}" sibTransId="{E34D1658-BB48-4832-89E5-FC8041C439B0}"/>
    <dgm:cxn modelId="{A2018376-330B-40E8-AD2E-FDA267C76FA9}" type="presOf" srcId="{2A61C0B7-0A3A-4A61-9A8C-4FD428244C19}" destId="{7E9652D2-359B-4229-A50E-4901964E7079}" srcOrd="1" destOrd="0" presId="urn:microsoft.com/office/officeart/2005/8/layout/cycle8"/>
    <dgm:cxn modelId="{9AB2D083-8CFF-4635-9758-6CF89A5542B3}" type="presOf" srcId="{774B3366-B125-43AB-B59C-CA6D3972950F}" destId="{161F6484-EB8A-4066-B559-495C9BFB14C0}" srcOrd="0" destOrd="0" presId="urn:microsoft.com/office/officeart/2005/8/layout/cycle8"/>
    <dgm:cxn modelId="{31E11C9C-DAEF-49F3-96DA-1DC1EC2C39B7}" type="presOf" srcId="{144FF440-7ECC-49B5-92BC-899E0AF5A243}" destId="{4EA89329-14C2-4DA1-939C-C936993EAB0D}" srcOrd="0" destOrd="0" presId="urn:microsoft.com/office/officeart/2005/8/layout/cycle8"/>
    <dgm:cxn modelId="{179168A5-16A4-4EA5-BFF8-E134175A404C}" type="presOf" srcId="{7C47039D-DA44-42D5-8A3A-2AE92283BCAA}" destId="{CD86219F-C555-4B08-9F7A-14205AB05A1A}" srcOrd="1" destOrd="0" presId="urn:microsoft.com/office/officeart/2005/8/layout/cycle8"/>
    <dgm:cxn modelId="{4CA6DBBA-3CCB-46D5-AB87-C8E482A64C99}" type="presOf" srcId="{144FF440-7ECC-49B5-92BC-899E0AF5A243}" destId="{60FAF377-EAE4-41BA-8092-9CD4912852D6}" srcOrd="1" destOrd="0" presId="urn:microsoft.com/office/officeart/2005/8/layout/cycle8"/>
    <dgm:cxn modelId="{46DB24C5-740D-4C4E-B117-695411932B4C}" type="presOf" srcId="{BEDCC6B8-40D4-4336-BF90-FAB5F377DCBF}" destId="{F8E89616-19B9-46CD-99F6-3FD690B5054A}" srcOrd="0" destOrd="0" presId="urn:microsoft.com/office/officeart/2005/8/layout/cycle8"/>
    <dgm:cxn modelId="{FC4A44D6-65BA-4458-9431-9AFF41E52340}" srcId="{BEDCC6B8-40D4-4336-BF90-FAB5F377DCBF}" destId="{7C47039D-DA44-42D5-8A3A-2AE92283BCAA}" srcOrd="3" destOrd="0" parTransId="{C50F055D-1EE6-4CC3-AEDD-789160DB40D3}" sibTransId="{6E9AB113-2B2F-454E-AA4C-3260A15EFB8F}"/>
    <dgm:cxn modelId="{A2C65BE1-AC3A-4431-87D3-B54754333A9D}" type="presOf" srcId="{7C47039D-DA44-42D5-8A3A-2AE92283BCAA}" destId="{D7B02B96-5D82-4656-86C6-4457B2F8A211}" srcOrd="0" destOrd="0" presId="urn:microsoft.com/office/officeart/2005/8/layout/cycle8"/>
    <dgm:cxn modelId="{7C3150F5-A94B-475B-88AD-BD575F923B49}" srcId="{BEDCC6B8-40D4-4336-BF90-FAB5F377DCBF}" destId="{4783A41C-3FD1-4C55-B16C-82353E80FBF7}" srcOrd="4" destOrd="0" parTransId="{6A17F872-2987-40B3-A50B-50FB0F40B1C5}" sibTransId="{B447B071-811A-490B-B188-6837FB919081}"/>
    <dgm:cxn modelId="{3A747A69-AFE6-40DB-B7B3-7E61D88D586F}" type="presParOf" srcId="{F8E89616-19B9-46CD-99F6-3FD690B5054A}" destId="{BC38F61E-ACE7-441A-8D60-5FB05440C8BE}" srcOrd="0" destOrd="0" presId="urn:microsoft.com/office/officeart/2005/8/layout/cycle8"/>
    <dgm:cxn modelId="{85EE1FB1-1D5A-417F-A772-E461EEAD487E}" type="presParOf" srcId="{F8E89616-19B9-46CD-99F6-3FD690B5054A}" destId="{FE403FDD-A910-47BD-85F3-9A2B959DA756}" srcOrd="1" destOrd="0" presId="urn:microsoft.com/office/officeart/2005/8/layout/cycle8"/>
    <dgm:cxn modelId="{0CB5FC5B-5C4F-4DFC-A021-8C3CA0D54199}" type="presParOf" srcId="{F8E89616-19B9-46CD-99F6-3FD690B5054A}" destId="{649793BA-02A2-4300-937B-EC6E4310913B}" srcOrd="2" destOrd="0" presId="urn:microsoft.com/office/officeart/2005/8/layout/cycle8"/>
    <dgm:cxn modelId="{5E473912-5DD4-42E9-8EE7-67D475D4021E}" type="presParOf" srcId="{F8E89616-19B9-46CD-99F6-3FD690B5054A}" destId="{7E9652D2-359B-4229-A50E-4901964E7079}" srcOrd="3" destOrd="0" presId="urn:microsoft.com/office/officeart/2005/8/layout/cycle8"/>
    <dgm:cxn modelId="{741A38B8-573B-41CF-BC9B-429B31B5946F}" type="presParOf" srcId="{F8E89616-19B9-46CD-99F6-3FD690B5054A}" destId="{4EA89329-14C2-4DA1-939C-C936993EAB0D}" srcOrd="4" destOrd="0" presId="urn:microsoft.com/office/officeart/2005/8/layout/cycle8"/>
    <dgm:cxn modelId="{3819A76C-CB36-44BA-AB43-BE5B5AFD5F2E}" type="presParOf" srcId="{F8E89616-19B9-46CD-99F6-3FD690B5054A}" destId="{5392B537-9AC4-4A9C-AB52-4D53B42BC469}" srcOrd="5" destOrd="0" presId="urn:microsoft.com/office/officeart/2005/8/layout/cycle8"/>
    <dgm:cxn modelId="{D14D71AA-963C-489C-8AD8-0CE0AA21AC00}" type="presParOf" srcId="{F8E89616-19B9-46CD-99F6-3FD690B5054A}" destId="{C4C4FDA9-2D79-49B9-888E-D87C004EB225}" srcOrd="6" destOrd="0" presId="urn:microsoft.com/office/officeart/2005/8/layout/cycle8"/>
    <dgm:cxn modelId="{73EDF2D5-B7CC-4C33-8C93-AD69B4440A45}" type="presParOf" srcId="{F8E89616-19B9-46CD-99F6-3FD690B5054A}" destId="{60FAF377-EAE4-41BA-8092-9CD4912852D6}" srcOrd="7" destOrd="0" presId="urn:microsoft.com/office/officeart/2005/8/layout/cycle8"/>
    <dgm:cxn modelId="{7C1163C5-99D9-4242-B20F-70607A31EDDE}" type="presParOf" srcId="{F8E89616-19B9-46CD-99F6-3FD690B5054A}" destId="{161F6484-EB8A-4066-B559-495C9BFB14C0}" srcOrd="8" destOrd="0" presId="urn:microsoft.com/office/officeart/2005/8/layout/cycle8"/>
    <dgm:cxn modelId="{0A43382F-AE83-42B2-8FD5-BFE784DDC82B}" type="presParOf" srcId="{F8E89616-19B9-46CD-99F6-3FD690B5054A}" destId="{9A0A92F0-CFC3-4075-97A7-7BE94591DCB2}" srcOrd="9" destOrd="0" presId="urn:microsoft.com/office/officeart/2005/8/layout/cycle8"/>
    <dgm:cxn modelId="{6C11FBD0-AE4B-412F-8B54-4BDDC8B7E0E7}" type="presParOf" srcId="{F8E89616-19B9-46CD-99F6-3FD690B5054A}" destId="{6683563B-7217-4D70-8104-718FA9B688C4}" srcOrd="10" destOrd="0" presId="urn:microsoft.com/office/officeart/2005/8/layout/cycle8"/>
    <dgm:cxn modelId="{84E0E351-0E09-48E2-B442-907A95EA8448}" type="presParOf" srcId="{F8E89616-19B9-46CD-99F6-3FD690B5054A}" destId="{58A55FF4-29CC-4F33-9870-FCC5E0A0C0CC}" srcOrd="11" destOrd="0" presId="urn:microsoft.com/office/officeart/2005/8/layout/cycle8"/>
    <dgm:cxn modelId="{291D79FC-D223-4B99-BB09-1D053C7AFEC6}" type="presParOf" srcId="{F8E89616-19B9-46CD-99F6-3FD690B5054A}" destId="{D7B02B96-5D82-4656-86C6-4457B2F8A211}" srcOrd="12" destOrd="0" presId="urn:microsoft.com/office/officeart/2005/8/layout/cycle8"/>
    <dgm:cxn modelId="{3ED9A237-726C-40C2-A7B0-CA8939A1607F}" type="presParOf" srcId="{F8E89616-19B9-46CD-99F6-3FD690B5054A}" destId="{90495A98-3875-4C5D-8F51-59E2E428C19C}" srcOrd="13" destOrd="0" presId="urn:microsoft.com/office/officeart/2005/8/layout/cycle8"/>
    <dgm:cxn modelId="{17982AB6-4F46-4329-BD6D-6182F5A4A704}" type="presParOf" srcId="{F8E89616-19B9-46CD-99F6-3FD690B5054A}" destId="{F1DD3268-A780-4160-9688-7F6096ABB966}" srcOrd="14" destOrd="0" presId="urn:microsoft.com/office/officeart/2005/8/layout/cycle8"/>
    <dgm:cxn modelId="{A4331C82-8CE4-4ADE-ACB8-9B7450C8488A}" type="presParOf" srcId="{F8E89616-19B9-46CD-99F6-3FD690B5054A}" destId="{CD86219F-C555-4B08-9F7A-14205AB05A1A}" srcOrd="15" destOrd="0" presId="urn:microsoft.com/office/officeart/2005/8/layout/cycle8"/>
    <dgm:cxn modelId="{FB666071-7D03-4ED4-AEA9-15C9E44ABECB}" type="presParOf" srcId="{F8E89616-19B9-46CD-99F6-3FD690B5054A}" destId="{84372B3C-C952-45A8-8116-290383BFE721}" srcOrd="16" destOrd="0" presId="urn:microsoft.com/office/officeart/2005/8/layout/cycle8"/>
    <dgm:cxn modelId="{FD165C99-A148-4B80-A46D-699128C955C8}" type="presParOf" srcId="{F8E89616-19B9-46CD-99F6-3FD690B5054A}" destId="{8C293ED8-EFD2-44E3-AC78-3D04193AF900}" srcOrd="17" destOrd="0" presId="urn:microsoft.com/office/officeart/2005/8/layout/cycle8"/>
    <dgm:cxn modelId="{EDB3E302-188A-4C93-A827-D95E3E9AC975}" type="presParOf" srcId="{F8E89616-19B9-46CD-99F6-3FD690B5054A}" destId="{91BA3301-17DD-4FB0-A559-32F10CF6E055}" srcOrd="18" destOrd="0" presId="urn:microsoft.com/office/officeart/2005/8/layout/cycle8"/>
    <dgm:cxn modelId="{F6E5DAF6-5570-48BD-B518-B3741F8B82AA}" type="presParOf" srcId="{F8E89616-19B9-46CD-99F6-3FD690B5054A}" destId="{7A21AB1E-5772-45A9-AFB5-BC926A9571C5}" srcOrd="19" destOrd="0" presId="urn:microsoft.com/office/officeart/2005/8/layout/cycle8"/>
    <dgm:cxn modelId="{2EB9D2FD-9AE6-4E17-BFFF-A63849A590F5}" type="presParOf" srcId="{F8E89616-19B9-46CD-99F6-3FD690B5054A}" destId="{80FB3B19-8D7C-4585-BFDE-9954FE38C049}" srcOrd="20" destOrd="0" presId="urn:microsoft.com/office/officeart/2005/8/layout/cycle8"/>
    <dgm:cxn modelId="{623FADF4-9F8F-4F24-957F-E146F75A5288}" type="presParOf" srcId="{F8E89616-19B9-46CD-99F6-3FD690B5054A}" destId="{4CA40166-8A9A-4D4C-A689-3A2070924734}" srcOrd="21" destOrd="0" presId="urn:microsoft.com/office/officeart/2005/8/layout/cycle8"/>
    <dgm:cxn modelId="{D0680A3D-8A92-4871-B4ED-03CA5CF3E18B}" type="presParOf" srcId="{F8E89616-19B9-46CD-99F6-3FD690B5054A}" destId="{47D82C89-2042-4DE0-862F-5FC2E1E6E067}" srcOrd="22" destOrd="0" presId="urn:microsoft.com/office/officeart/2005/8/layout/cycle8"/>
    <dgm:cxn modelId="{8C8A89AF-350E-4089-A927-1A6E3C1E6E9E}" type="presParOf" srcId="{F8E89616-19B9-46CD-99F6-3FD690B5054A}" destId="{9980E675-1DED-44C3-A04C-306DA669A03E}" srcOrd="23" destOrd="0" presId="urn:microsoft.com/office/officeart/2005/8/layout/cycle8"/>
    <dgm:cxn modelId="{0CB2EA64-9CBF-4A91-8B9D-F91F2E9C5A5A}" type="presParOf" srcId="{F8E89616-19B9-46CD-99F6-3FD690B5054A}" destId="{039CBA67-55F2-4BBF-B773-EADDD14F8248}" srcOrd="24" destOrd="0" presId="urn:microsoft.com/office/officeart/2005/8/layout/cycle8"/>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C38F61E-ACE7-441A-8D60-5FB05440C8BE}">
      <dsp:nvSpPr>
        <dsp:cNvPr id="0" name=""/>
        <dsp:cNvSpPr/>
      </dsp:nvSpPr>
      <dsp:spPr>
        <a:xfrm>
          <a:off x="1883829" y="299182"/>
          <a:ext cx="4059987" cy="4059987"/>
        </a:xfrm>
        <a:prstGeom prst="pie">
          <a:avLst>
            <a:gd name="adj1" fmla="val 16200000"/>
            <a:gd name="adj2" fmla="val 2052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5400" tIns="25400" rIns="25400" bIns="25400" numCol="1" spcCol="1270" anchor="ctr" anchorCtr="0">
          <a:noAutofit/>
        </a:bodyPr>
        <a:lstStyle/>
        <a:p>
          <a:pPr marL="0" lvl="0" indent="0" algn="ctr" defTabSz="889000">
            <a:lnSpc>
              <a:spcPct val="90000"/>
            </a:lnSpc>
            <a:spcBef>
              <a:spcPct val="0"/>
            </a:spcBef>
            <a:spcAft>
              <a:spcPct val="35000"/>
            </a:spcAft>
            <a:buNone/>
          </a:pPr>
          <a:r>
            <a:rPr lang="en-US" sz="2000" kern="1200" dirty="0" err="1">
              <a:latin typeface="Gill Sans MT" panose="020B0502020104020203" pitchFamily="34" charset="0"/>
            </a:rPr>
            <a:t>Cocreative</a:t>
          </a:r>
          <a:endParaRPr lang="en-US" sz="2000" kern="1200" dirty="0">
            <a:latin typeface="Gill Sans MT" panose="020B0502020104020203" pitchFamily="34" charset="0"/>
          </a:endParaRPr>
        </a:p>
      </dsp:txBody>
      <dsp:txXfrm>
        <a:off x="4001789" y="981646"/>
        <a:ext cx="1304995" cy="869997"/>
      </dsp:txXfrm>
    </dsp:sp>
    <dsp:sp modelId="{4EA89329-14C2-4DA1-939C-C936993EAB0D}">
      <dsp:nvSpPr>
        <dsp:cNvPr id="0" name=""/>
        <dsp:cNvSpPr/>
      </dsp:nvSpPr>
      <dsp:spPr>
        <a:xfrm>
          <a:off x="1918628" y="407448"/>
          <a:ext cx="4059987" cy="4059987"/>
        </a:xfrm>
        <a:prstGeom prst="pie">
          <a:avLst>
            <a:gd name="adj1" fmla="val 20520000"/>
            <a:gd name="adj2" fmla="val 324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5400" tIns="25400" rIns="25400" bIns="25400" numCol="1" spcCol="1270" anchor="ctr" anchorCtr="0">
          <a:noAutofit/>
        </a:bodyPr>
        <a:lstStyle/>
        <a:p>
          <a:pPr marL="0" lvl="0" indent="0" algn="ctr" defTabSz="889000">
            <a:lnSpc>
              <a:spcPct val="90000"/>
            </a:lnSpc>
            <a:spcBef>
              <a:spcPct val="0"/>
            </a:spcBef>
            <a:spcAft>
              <a:spcPct val="35000"/>
            </a:spcAft>
            <a:buNone/>
          </a:pPr>
          <a:r>
            <a:rPr lang="en-US" sz="2000" kern="1200" dirty="0">
              <a:latin typeface="Gill Sans MT" panose="020B0502020104020203" pitchFamily="34" charset="0"/>
            </a:rPr>
            <a:t>Sequencing</a:t>
          </a:r>
        </a:p>
      </dsp:txBody>
      <dsp:txXfrm>
        <a:off x="4533454" y="2262476"/>
        <a:ext cx="1208329" cy="966663"/>
      </dsp:txXfrm>
    </dsp:sp>
    <dsp:sp modelId="{161F6484-EB8A-4066-B559-495C9BFB14C0}">
      <dsp:nvSpPr>
        <dsp:cNvPr id="0" name=""/>
        <dsp:cNvSpPr/>
      </dsp:nvSpPr>
      <dsp:spPr>
        <a:xfrm>
          <a:off x="1826795" y="474148"/>
          <a:ext cx="4059987" cy="4059987"/>
        </a:xfrm>
        <a:prstGeom prst="pie">
          <a:avLst>
            <a:gd name="adj1" fmla="val 3240000"/>
            <a:gd name="adj2" fmla="val 756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5400" tIns="25400" rIns="25400" bIns="25400" numCol="1" spcCol="1270" anchor="ctr" anchorCtr="0">
          <a:noAutofit/>
        </a:bodyPr>
        <a:lstStyle/>
        <a:p>
          <a:pPr marL="0" lvl="0" indent="0" algn="ctr" defTabSz="889000">
            <a:lnSpc>
              <a:spcPct val="90000"/>
            </a:lnSpc>
            <a:spcBef>
              <a:spcPct val="0"/>
            </a:spcBef>
            <a:spcAft>
              <a:spcPct val="35000"/>
            </a:spcAft>
            <a:buNone/>
          </a:pPr>
          <a:r>
            <a:rPr lang="en-US" sz="2000" kern="1200" dirty="0">
              <a:latin typeface="Gill Sans MT" panose="020B0502020104020203" pitchFamily="34" charset="0"/>
            </a:rPr>
            <a:t>Evidencing</a:t>
          </a:r>
        </a:p>
      </dsp:txBody>
      <dsp:txXfrm>
        <a:off x="3276791" y="3325806"/>
        <a:ext cx="1159996" cy="1063329"/>
      </dsp:txXfrm>
    </dsp:sp>
    <dsp:sp modelId="{D7B02B96-5D82-4656-86C6-4457B2F8A211}">
      <dsp:nvSpPr>
        <dsp:cNvPr id="0" name=""/>
        <dsp:cNvSpPr/>
      </dsp:nvSpPr>
      <dsp:spPr>
        <a:xfrm>
          <a:off x="1734962" y="407448"/>
          <a:ext cx="4059987" cy="4059987"/>
        </a:xfrm>
        <a:prstGeom prst="pie">
          <a:avLst>
            <a:gd name="adj1" fmla="val 7560000"/>
            <a:gd name="adj2" fmla="val 1188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5400" tIns="25400" rIns="25400" bIns="25400" numCol="1" spcCol="1270" anchor="ctr" anchorCtr="0">
          <a:noAutofit/>
        </a:bodyPr>
        <a:lstStyle/>
        <a:p>
          <a:pPr marL="0" lvl="0" indent="0" algn="ctr" defTabSz="889000">
            <a:lnSpc>
              <a:spcPct val="90000"/>
            </a:lnSpc>
            <a:spcBef>
              <a:spcPct val="0"/>
            </a:spcBef>
            <a:spcAft>
              <a:spcPct val="35000"/>
            </a:spcAft>
            <a:buNone/>
          </a:pPr>
          <a:r>
            <a:rPr lang="en-US" sz="2000" kern="1200" dirty="0">
              <a:latin typeface="Gill Sans MT" panose="020B0502020104020203" pitchFamily="34" charset="0"/>
            </a:rPr>
            <a:t>Holistic</a:t>
          </a:r>
        </a:p>
      </dsp:txBody>
      <dsp:txXfrm>
        <a:off x="1971795" y="2262476"/>
        <a:ext cx="1208329" cy="966663"/>
      </dsp:txXfrm>
    </dsp:sp>
    <dsp:sp modelId="{84372B3C-C952-45A8-8116-290383BFE721}">
      <dsp:nvSpPr>
        <dsp:cNvPr id="0" name=""/>
        <dsp:cNvSpPr/>
      </dsp:nvSpPr>
      <dsp:spPr>
        <a:xfrm>
          <a:off x="1769762" y="299182"/>
          <a:ext cx="4059987" cy="4059987"/>
        </a:xfrm>
        <a:prstGeom prst="pie">
          <a:avLst>
            <a:gd name="adj1" fmla="val 11880000"/>
            <a:gd name="adj2" fmla="val 1620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5400" tIns="25400" rIns="25400" bIns="25400" numCol="1" spcCol="1270" anchor="ctr" anchorCtr="0">
          <a:noAutofit/>
        </a:bodyPr>
        <a:lstStyle/>
        <a:p>
          <a:pPr marL="0" lvl="0" indent="0" algn="ctr" defTabSz="889000">
            <a:lnSpc>
              <a:spcPct val="90000"/>
            </a:lnSpc>
            <a:spcBef>
              <a:spcPct val="0"/>
            </a:spcBef>
            <a:spcAft>
              <a:spcPct val="35000"/>
            </a:spcAft>
            <a:buNone/>
          </a:pPr>
          <a:r>
            <a:rPr lang="en-US" sz="2000" kern="1200" dirty="0">
              <a:latin typeface="Gill Sans MT" panose="020B0502020104020203" pitchFamily="34" charset="0"/>
            </a:rPr>
            <a:t>User-centered</a:t>
          </a:r>
        </a:p>
      </dsp:txBody>
      <dsp:txXfrm>
        <a:off x="2406794" y="981646"/>
        <a:ext cx="1304995" cy="869997"/>
      </dsp:txXfrm>
    </dsp:sp>
    <dsp:sp modelId="{80FB3B19-8D7C-4585-BFDE-9954FE38C049}">
      <dsp:nvSpPr>
        <dsp:cNvPr id="0" name=""/>
        <dsp:cNvSpPr/>
      </dsp:nvSpPr>
      <dsp:spPr>
        <a:xfrm>
          <a:off x="1632305" y="47849"/>
          <a:ext cx="4562652" cy="4562652"/>
        </a:xfrm>
        <a:prstGeom prst="circularArrow">
          <a:avLst>
            <a:gd name="adj1" fmla="val 5085"/>
            <a:gd name="adj2" fmla="val 327528"/>
            <a:gd name="adj3" fmla="val 20192361"/>
            <a:gd name="adj4" fmla="val 16200324"/>
            <a:gd name="adj5" fmla="val 5932"/>
          </a:avLst>
        </a:prstGeom>
        <a:noFill/>
        <a:ln>
          <a:noFill/>
        </a:ln>
        <a:effectLst/>
      </dsp:spPr>
      <dsp:style>
        <a:lnRef idx="0">
          <a:scrgbClr r="0" g="0" b="0"/>
        </a:lnRef>
        <a:fillRef idx="1">
          <a:scrgbClr r="0" g="0" b="0"/>
        </a:fillRef>
        <a:effectRef idx="0">
          <a:scrgbClr r="0" g="0" b="0"/>
        </a:effectRef>
        <a:fontRef idx="minor">
          <a:schemeClr val="lt1"/>
        </a:fontRef>
      </dsp:style>
    </dsp:sp>
    <dsp:sp modelId="{4CA40166-8A9A-4D4C-A689-3A2070924734}">
      <dsp:nvSpPr>
        <dsp:cNvPr id="0" name=""/>
        <dsp:cNvSpPr/>
      </dsp:nvSpPr>
      <dsp:spPr>
        <a:xfrm>
          <a:off x="1667577" y="156080"/>
          <a:ext cx="4562652" cy="4562652"/>
        </a:xfrm>
        <a:prstGeom prst="circularArrow">
          <a:avLst>
            <a:gd name="adj1" fmla="val 5085"/>
            <a:gd name="adj2" fmla="val 327528"/>
            <a:gd name="adj3" fmla="val 2912753"/>
            <a:gd name="adj4" fmla="val 20519953"/>
            <a:gd name="adj5" fmla="val 5932"/>
          </a:avLst>
        </a:prstGeom>
        <a:noFill/>
        <a:ln>
          <a:noFill/>
        </a:ln>
        <a:effectLst/>
      </dsp:spPr>
      <dsp:style>
        <a:lnRef idx="0">
          <a:scrgbClr r="0" g="0" b="0"/>
        </a:lnRef>
        <a:fillRef idx="1">
          <a:scrgbClr r="0" g="0" b="0"/>
        </a:fillRef>
        <a:effectRef idx="0">
          <a:scrgbClr r="0" g="0" b="0"/>
        </a:effectRef>
        <a:fontRef idx="minor">
          <a:schemeClr val="lt1"/>
        </a:fontRef>
      </dsp:style>
    </dsp:sp>
    <dsp:sp modelId="{47D82C89-2042-4DE0-862F-5FC2E1E6E067}">
      <dsp:nvSpPr>
        <dsp:cNvPr id="0" name=""/>
        <dsp:cNvSpPr/>
      </dsp:nvSpPr>
      <dsp:spPr>
        <a:xfrm>
          <a:off x="1575463" y="222984"/>
          <a:ext cx="4562652" cy="4562652"/>
        </a:xfrm>
        <a:prstGeom prst="circularArrow">
          <a:avLst>
            <a:gd name="adj1" fmla="val 5085"/>
            <a:gd name="adj2" fmla="val 327528"/>
            <a:gd name="adj3" fmla="val 7232777"/>
            <a:gd name="adj4" fmla="val 3239695"/>
            <a:gd name="adj5" fmla="val 5932"/>
          </a:avLst>
        </a:prstGeom>
        <a:noFill/>
        <a:ln>
          <a:noFill/>
        </a:ln>
        <a:effectLst/>
      </dsp:spPr>
      <dsp:style>
        <a:lnRef idx="0">
          <a:scrgbClr r="0" g="0" b="0"/>
        </a:lnRef>
        <a:fillRef idx="1">
          <a:scrgbClr r="0" g="0" b="0"/>
        </a:fillRef>
        <a:effectRef idx="0">
          <a:scrgbClr r="0" g="0" b="0"/>
        </a:effectRef>
        <a:fontRef idx="minor">
          <a:schemeClr val="lt1"/>
        </a:fontRef>
      </dsp:style>
    </dsp:sp>
    <dsp:sp modelId="{9980E675-1DED-44C3-A04C-306DA669A03E}">
      <dsp:nvSpPr>
        <dsp:cNvPr id="0" name=""/>
        <dsp:cNvSpPr/>
      </dsp:nvSpPr>
      <dsp:spPr>
        <a:xfrm>
          <a:off x="1483349" y="156080"/>
          <a:ext cx="4562652" cy="4562652"/>
        </a:xfrm>
        <a:prstGeom prst="circularArrow">
          <a:avLst>
            <a:gd name="adj1" fmla="val 5085"/>
            <a:gd name="adj2" fmla="val 327528"/>
            <a:gd name="adj3" fmla="val 11552519"/>
            <a:gd name="adj4" fmla="val 7559718"/>
            <a:gd name="adj5" fmla="val 5932"/>
          </a:avLst>
        </a:prstGeom>
        <a:noFill/>
        <a:ln>
          <a:noFill/>
        </a:ln>
        <a:effectLst/>
      </dsp:spPr>
      <dsp:style>
        <a:lnRef idx="0">
          <a:scrgbClr r="0" g="0" b="0"/>
        </a:lnRef>
        <a:fillRef idx="1">
          <a:scrgbClr r="0" g="0" b="0"/>
        </a:fillRef>
        <a:effectRef idx="0">
          <a:scrgbClr r="0" g="0" b="0"/>
        </a:effectRef>
        <a:fontRef idx="minor">
          <a:schemeClr val="lt1"/>
        </a:fontRef>
      </dsp:style>
    </dsp:sp>
    <dsp:sp modelId="{039CBA67-55F2-4BBF-B773-EADDD14F8248}">
      <dsp:nvSpPr>
        <dsp:cNvPr id="0" name=""/>
        <dsp:cNvSpPr/>
      </dsp:nvSpPr>
      <dsp:spPr>
        <a:xfrm>
          <a:off x="1518621" y="47849"/>
          <a:ext cx="4562652" cy="4562652"/>
        </a:xfrm>
        <a:prstGeom prst="circularArrow">
          <a:avLst>
            <a:gd name="adj1" fmla="val 5085"/>
            <a:gd name="adj2" fmla="val 327528"/>
            <a:gd name="adj3" fmla="val 15872148"/>
            <a:gd name="adj4" fmla="val 11880111"/>
            <a:gd name="adj5" fmla="val 5932"/>
          </a:avLst>
        </a:prstGeom>
        <a:noFill/>
        <a:ln>
          <a:noFill/>
        </a:ln>
        <a:effectLst/>
      </dsp:spPr>
      <dsp:style>
        <a:lnRef idx="0">
          <a:scrgbClr r="0" g="0" b="0"/>
        </a:lnRef>
        <a:fillRef idx="1">
          <a:scrgbClr r="0" g="0" b="0"/>
        </a:fillRef>
        <a:effectRef idx="0">
          <a:scrgbClr r="0" g="0" b="0"/>
        </a:effectRef>
        <a:fontRef idx="minor">
          <a:schemeClr val="lt1"/>
        </a:fontRef>
      </dsp:style>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C38F61E-ACE7-441A-8D60-5FB05440C8BE}">
      <dsp:nvSpPr>
        <dsp:cNvPr id="0" name=""/>
        <dsp:cNvSpPr/>
      </dsp:nvSpPr>
      <dsp:spPr>
        <a:xfrm>
          <a:off x="1333699" y="247013"/>
          <a:ext cx="3352035" cy="3352035"/>
        </a:xfrm>
        <a:prstGeom prst="pie">
          <a:avLst>
            <a:gd name="adj1" fmla="val 16200000"/>
            <a:gd name="adj2" fmla="val 2052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5400" tIns="25400" rIns="25400" bIns="25400" numCol="1" spcCol="1270" anchor="ctr" anchorCtr="0">
          <a:noAutofit/>
        </a:bodyPr>
        <a:lstStyle/>
        <a:p>
          <a:pPr marL="0" lvl="0" indent="0" algn="ctr" defTabSz="889000">
            <a:lnSpc>
              <a:spcPct val="90000"/>
            </a:lnSpc>
            <a:spcBef>
              <a:spcPct val="0"/>
            </a:spcBef>
            <a:spcAft>
              <a:spcPct val="35000"/>
            </a:spcAft>
            <a:buNone/>
          </a:pPr>
          <a:r>
            <a:rPr lang="en-US" sz="2000" kern="1200" dirty="0" err="1">
              <a:latin typeface="Gill Sans MT" panose="020B0502020104020203" pitchFamily="34" charset="0"/>
            </a:rPr>
            <a:t>Cocreative</a:t>
          </a:r>
          <a:endParaRPr lang="en-US" sz="2000" kern="1200" dirty="0">
            <a:latin typeface="Gill Sans MT" panose="020B0502020104020203" pitchFamily="34" charset="0"/>
          </a:endParaRPr>
        </a:p>
      </dsp:txBody>
      <dsp:txXfrm>
        <a:off x="3082344" y="810474"/>
        <a:ext cx="1077440" cy="718293"/>
      </dsp:txXfrm>
    </dsp:sp>
    <dsp:sp modelId="{4EA89329-14C2-4DA1-939C-C936993EAB0D}">
      <dsp:nvSpPr>
        <dsp:cNvPr id="0" name=""/>
        <dsp:cNvSpPr/>
      </dsp:nvSpPr>
      <dsp:spPr>
        <a:xfrm>
          <a:off x="1362430" y="336400"/>
          <a:ext cx="3352035" cy="3352035"/>
        </a:xfrm>
        <a:prstGeom prst="pie">
          <a:avLst>
            <a:gd name="adj1" fmla="val 20520000"/>
            <a:gd name="adj2" fmla="val 324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5400" tIns="25400" rIns="25400" bIns="25400" numCol="1" spcCol="1270" anchor="ctr" anchorCtr="0">
          <a:noAutofit/>
        </a:bodyPr>
        <a:lstStyle/>
        <a:p>
          <a:pPr marL="0" lvl="0" indent="0" algn="ctr" defTabSz="889000">
            <a:lnSpc>
              <a:spcPct val="90000"/>
            </a:lnSpc>
            <a:spcBef>
              <a:spcPct val="0"/>
            </a:spcBef>
            <a:spcAft>
              <a:spcPct val="35000"/>
            </a:spcAft>
            <a:buNone/>
          </a:pPr>
          <a:r>
            <a:rPr lang="en-US" sz="2000" kern="1200" dirty="0">
              <a:latin typeface="Gill Sans MT" panose="020B0502020104020203" pitchFamily="34" charset="0"/>
            </a:rPr>
            <a:t>Sequencing</a:t>
          </a:r>
        </a:p>
      </dsp:txBody>
      <dsp:txXfrm>
        <a:off x="3521301" y="1867961"/>
        <a:ext cx="997629" cy="798103"/>
      </dsp:txXfrm>
    </dsp:sp>
    <dsp:sp modelId="{161F6484-EB8A-4066-B559-495C9BFB14C0}">
      <dsp:nvSpPr>
        <dsp:cNvPr id="0" name=""/>
        <dsp:cNvSpPr/>
      </dsp:nvSpPr>
      <dsp:spPr>
        <a:xfrm>
          <a:off x="1286611" y="391469"/>
          <a:ext cx="3352035" cy="3352035"/>
        </a:xfrm>
        <a:prstGeom prst="pie">
          <a:avLst>
            <a:gd name="adj1" fmla="val 3240000"/>
            <a:gd name="adj2" fmla="val 756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5400" tIns="25400" rIns="25400" bIns="25400" numCol="1" spcCol="1270" anchor="ctr" anchorCtr="0">
          <a:noAutofit/>
        </a:bodyPr>
        <a:lstStyle/>
        <a:p>
          <a:pPr marL="0" lvl="0" indent="0" algn="ctr" defTabSz="889000">
            <a:lnSpc>
              <a:spcPct val="90000"/>
            </a:lnSpc>
            <a:spcBef>
              <a:spcPct val="0"/>
            </a:spcBef>
            <a:spcAft>
              <a:spcPct val="35000"/>
            </a:spcAft>
            <a:buNone/>
          </a:pPr>
          <a:r>
            <a:rPr lang="en-US" sz="2000" kern="1200" dirty="0">
              <a:latin typeface="Gill Sans MT" panose="020B0502020104020203" pitchFamily="34" charset="0"/>
            </a:rPr>
            <a:t>Evidencing</a:t>
          </a:r>
        </a:p>
      </dsp:txBody>
      <dsp:txXfrm>
        <a:off x="2483766" y="2745876"/>
        <a:ext cx="957724" cy="877914"/>
      </dsp:txXfrm>
    </dsp:sp>
    <dsp:sp modelId="{D7B02B96-5D82-4656-86C6-4457B2F8A211}">
      <dsp:nvSpPr>
        <dsp:cNvPr id="0" name=""/>
        <dsp:cNvSpPr/>
      </dsp:nvSpPr>
      <dsp:spPr>
        <a:xfrm>
          <a:off x="1210791" y="336400"/>
          <a:ext cx="3352035" cy="3352035"/>
        </a:xfrm>
        <a:prstGeom prst="pie">
          <a:avLst>
            <a:gd name="adj1" fmla="val 7560000"/>
            <a:gd name="adj2" fmla="val 1188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5400" tIns="25400" rIns="25400" bIns="25400" numCol="1" spcCol="1270" anchor="ctr" anchorCtr="0">
          <a:noAutofit/>
        </a:bodyPr>
        <a:lstStyle/>
        <a:p>
          <a:pPr marL="0" lvl="0" indent="0" algn="ctr" defTabSz="889000">
            <a:lnSpc>
              <a:spcPct val="90000"/>
            </a:lnSpc>
            <a:spcBef>
              <a:spcPct val="0"/>
            </a:spcBef>
            <a:spcAft>
              <a:spcPct val="35000"/>
            </a:spcAft>
            <a:buNone/>
          </a:pPr>
          <a:r>
            <a:rPr lang="en-US" sz="2000" kern="1200" dirty="0">
              <a:latin typeface="Gill Sans MT" panose="020B0502020104020203" pitchFamily="34" charset="0"/>
            </a:rPr>
            <a:t>Holistic</a:t>
          </a:r>
        </a:p>
      </dsp:txBody>
      <dsp:txXfrm>
        <a:off x="1406326" y="1867961"/>
        <a:ext cx="997629" cy="798103"/>
      </dsp:txXfrm>
    </dsp:sp>
    <dsp:sp modelId="{84372B3C-C952-45A8-8116-290383BFE721}">
      <dsp:nvSpPr>
        <dsp:cNvPr id="0" name=""/>
        <dsp:cNvSpPr/>
      </dsp:nvSpPr>
      <dsp:spPr>
        <a:xfrm>
          <a:off x="1239522" y="247013"/>
          <a:ext cx="3352035" cy="3352035"/>
        </a:xfrm>
        <a:prstGeom prst="pie">
          <a:avLst>
            <a:gd name="adj1" fmla="val 11880000"/>
            <a:gd name="adj2" fmla="val 1620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5400" tIns="25400" rIns="25400" bIns="25400" numCol="1" spcCol="1270" anchor="ctr" anchorCtr="0">
          <a:noAutofit/>
        </a:bodyPr>
        <a:lstStyle/>
        <a:p>
          <a:pPr marL="0" lvl="0" indent="0" algn="ctr" defTabSz="889000">
            <a:lnSpc>
              <a:spcPct val="90000"/>
            </a:lnSpc>
            <a:spcBef>
              <a:spcPct val="0"/>
            </a:spcBef>
            <a:spcAft>
              <a:spcPct val="35000"/>
            </a:spcAft>
            <a:buNone/>
          </a:pPr>
          <a:r>
            <a:rPr lang="en-US" sz="2000" kern="1200" dirty="0">
              <a:latin typeface="Gill Sans MT" panose="020B0502020104020203" pitchFamily="34" charset="0"/>
            </a:rPr>
            <a:t>User-centered</a:t>
          </a:r>
        </a:p>
      </dsp:txBody>
      <dsp:txXfrm>
        <a:off x="1765473" y="810474"/>
        <a:ext cx="1077440" cy="718293"/>
      </dsp:txXfrm>
    </dsp:sp>
    <dsp:sp modelId="{80FB3B19-8D7C-4585-BFDE-9954FE38C049}">
      <dsp:nvSpPr>
        <dsp:cNvPr id="0" name=""/>
        <dsp:cNvSpPr/>
      </dsp:nvSpPr>
      <dsp:spPr>
        <a:xfrm>
          <a:off x="1126034" y="39506"/>
          <a:ext cx="3767049" cy="3767049"/>
        </a:xfrm>
        <a:prstGeom prst="circularArrow">
          <a:avLst>
            <a:gd name="adj1" fmla="val 5085"/>
            <a:gd name="adj2" fmla="val 327528"/>
            <a:gd name="adj3" fmla="val 20192361"/>
            <a:gd name="adj4" fmla="val 16200324"/>
            <a:gd name="adj5" fmla="val 5932"/>
          </a:avLst>
        </a:prstGeom>
        <a:noFill/>
        <a:ln>
          <a:noFill/>
        </a:ln>
        <a:effectLst/>
      </dsp:spPr>
      <dsp:style>
        <a:lnRef idx="0">
          <a:scrgbClr r="0" g="0" b="0"/>
        </a:lnRef>
        <a:fillRef idx="1">
          <a:scrgbClr r="0" g="0" b="0"/>
        </a:fillRef>
        <a:effectRef idx="0">
          <a:scrgbClr r="0" g="0" b="0"/>
        </a:effectRef>
        <a:fontRef idx="minor">
          <a:schemeClr val="lt1"/>
        </a:fontRef>
      </dsp:style>
    </dsp:sp>
    <dsp:sp modelId="{4CA40166-8A9A-4D4C-A689-3A2070924734}">
      <dsp:nvSpPr>
        <dsp:cNvPr id="0" name=""/>
        <dsp:cNvSpPr/>
      </dsp:nvSpPr>
      <dsp:spPr>
        <a:xfrm>
          <a:off x="1155155" y="128864"/>
          <a:ext cx="3767049" cy="3767049"/>
        </a:xfrm>
        <a:prstGeom prst="circularArrow">
          <a:avLst>
            <a:gd name="adj1" fmla="val 5085"/>
            <a:gd name="adj2" fmla="val 327528"/>
            <a:gd name="adj3" fmla="val 2912753"/>
            <a:gd name="adj4" fmla="val 20519953"/>
            <a:gd name="adj5" fmla="val 5932"/>
          </a:avLst>
        </a:prstGeom>
        <a:noFill/>
        <a:ln>
          <a:noFill/>
        </a:ln>
        <a:effectLst/>
      </dsp:spPr>
      <dsp:style>
        <a:lnRef idx="0">
          <a:scrgbClr r="0" g="0" b="0"/>
        </a:lnRef>
        <a:fillRef idx="1">
          <a:scrgbClr r="0" g="0" b="0"/>
        </a:fillRef>
        <a:effectRef idx="0">
          <a:scrgbClr r="0" g="0" b="0"/>
        </a:effectRef>
        <a:fontRef idx="minor">
          <a:schemeClr val="lt1"/>
        </a:fontRef>
      </dsp:style>
    </dsp:sp>
    <dsp:sp modelId="{47D82C89-2042-4DE0-862F-5FC2E1E6E067}">
      <dsp:nvSpPr>
        <dsp:cNvPr id="0" name=""/>
        <dsp:cNvSpPr/>
      </dsp:nvSpPr>
      <dsp:spPr>
        <a:xfrm>
          <a:off x="1079104" y="184101"/>
          <a:ext cx="3767049" cy="3767049"/>
        </a:xfrm>
        <a:prstGeom prst="circularArrow">
          <a:avLst>
            <a:gd name="adj1" fmla="val 5085"/>
            <a:gd name="adj2" fmla="val 327528"/>
            <a:gd name="adj3" fmla="val 7232777"/>
            <a:gd name="adj4" fmla="val 3239695"/>
            <a:gd name="adj5" fmla="val 5932"/>
          </a:avLst>
        </a:prstGeom>
        <a:noFill/>
        <a:ln>
          <a:noFill/>
        </a:ln>
        <a:effectLst/>
      </dsp:spPr>
      <dsp:style>
        <a:lnRef idx="0">
          <a:scrgbClr r="0" g="0" b="0"/>
        </a:lnRef>
        <a:fillRef idx="1">
          <a:scrgbClr r="0" g="0" b="0"/>
        </a:fillRef>
        <a:effectRef idx="0">
          <a:scrgbClr r="0" g="0" b="0"/>
        </a:effectRef>
        <a:fontRef idx="minor">
          <a:schemeClr val="lt1"/>
        </a:fontRef>
      </dsp:style>
    </dsp:sp>
    <dsp:sp modelId="{9980E675-1DED-44C3-A04C-306DA669A03E}">
      <dsp:nvSpPr>
        <dsp:cNvPr id="0" name=""/>
        <dsp:cNvSpPr/>
      </dsp:nvSpPr>
      <dsp:spPr>
        <a:xfrm>
          <a:off x="1003052" y="128864"/>
          <a:ext cx="3767049" cy="3767049"/>
        </a:xfrm>
        <a:prstGeom prst="circularArrow">
          <a:avLst>
            <a:gd name="adj1" fmla="val 5085"/>
            <a:gd name="adj2" fmla="val 327528"/>
            <a:gd name="adj3" fmla="val 11552519"/>
            <a:gd name="adj4" fmla="val 7559718"/>
            <a:gd name="adj5" fmla="val 5932"/>
          </a:avLst>
        </a:prstGeom>
        <a:noFill/>
        <a:ln>
          <a:noFill/>
        </a:ln>
        <a:effectLst/>
      </dsp:spPr>
      <dsp:style>
        <a:lnRef idx="0">
          <a:scrgbClr r="0" g="0" b="0"/>
        </a:lnRef>
        <a:fillRef idx="1">
          <a:scrgbClr r="0" g="0" b="0"/>
        </a:fillRef>
        <a:effectRef idx="0">
          <a:scrgbClr r="0" g="0" b="0"/>
        </a:effectRef>
        <a:fontRef idx="minor">
          <a:schemeClr val="lt1"/>
        </a:fontRef>
      </dsp:style>
    </dsp:sp>
    <dsp:sp modelId="{039CBA67-55F2-4BBF-B773-EADDD14F8248}">
      <dsp:nvSpPr>
        <dsp:cNvPr id="0" name=""/>
        <dsp:cNvSpPr/>
      </dsp:nvSpPr>
      <dsp:spPr>
        <a:xfrm>
          <a:off x="1032173" y="39506"/>
          <a:ext cx="3767049" cy="3767049"/>
        </a:xfrm>
        <a:prstGeom prst="circularArrow">
          <a:avLst>
            <a:gd name="adj1" fmla="val 5085"/>
            <a:gd name="adj2" fmla="val 327528"/>
            <a:gd name="adj3" fmla="val 15872148"/>
            <a:gd name="adj4" fmla="val 11880111"/>
            <a:gd name="adj5" fmla="val 5932"/>
          </a:avLst>
        </a:prstGeom>
        <a:noFill/>
        <a:ln>
          <a:noFill/>
        </a:ln>
        <a:effectLst/>
      </dsp:spPr>
      <dsp:style>
        <a:lnRef idx="0">
          <a:scrgbClr r="0" g="0" b="0"/>
        </a:lnRef>
        <a:fillRef idx="1">
          <a:scrgbClr r="0" g="0" b="0"/>
        </a:fillRef>
        <a:effectRef idx="0">
          <a:scrgbClr r="0" g="0" b="0"/>
        </a:effectRef>
        <a:fontRef idx="minor">
          <a:schemeClr val="lt1"/>
        </a:fontRef>
      </dsp:style>
    </dsp:sp>
  </dsp:spTree>
</dsp:drawing>
</file>

<file path=ppt/diagrams/layout1.xml><?xml version="1.0" encoding="utf-8"?>
<dgm:layoutDef xmlns:dgm="http://schemas.openxmlformats.org/drawingml/2006/diagram" xmlns:a="http://schemas.openxmlformats.org/drawingml/2006/main" uniqueId="urn:microsoft.com/office/officeart/2005/8/layout/cycle8">
  <dgm:title val=""/>
  <dgm:desc val=""/>
  <dgm:catLst>
    <dgm:cat type="cycle" pri="7000"/>
  </dgm:catLst>
  <dgm:sampData useDef="1">
    <dgm:dataModel>
      <dgm:ptLst/>
      <dgm:bg/>
      <dgm:whole/>
    </dgm:dataModel>
  </dgm:sampData>
  <dgm:styleData useDef="1">
    <dgm:dataModel>
      <dgm:ptLst/>
      <dgm:bg/>
      <dgm:whole/>
    </dgm:dataModel>
  </dgm:styleData>
  <dgm:clrData>
    <dgm:dataModel>
      <dgm:ptLst>
        <dgm:pt modelId="0" type="doc"/>
        <dgm:pt modelId="1"/>
        <dgm:pt modelId="2"/>
        <dgm:pt modelId="3"/>
        <dgm:pt modelId="4"/>
        <dgm:pt modelId="5"/>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clrData>
  <dgm:layoutNode name="compositeShape">
    <dgm:varLst>
      <dgm:chMax val="7"/>
      <dgm:dir/>
      <dgm:resizeHandles val="exact"/>
    </dgm:varLst>
    <dgm:alg type="composite">
      <dgm:param type="horzAlign" val="ctr"/>
      <dgm:param type="vertAlign" val="mid"/>
      <dgm:param type="ar" val="1"/>
    </dgm:alg>
    <dgm:shape xmlns:r="http://schemas.openxmlformats.org/officeDocument/2006/relationships" r:blip="">
      <dgm:adjLst/>
    </dgm:shape>
    <dgm:presOf/>
    <dgm:choose name="Name0">
      <dgm:if name="Name1" axis="ch" ptType="node" func="cnt" op="equ" val="1">
        <dgm:constrLst>
          <dgm:constr type="l" for="ch" forName="wedge1" refType="w" fact="0.08"/>
          <dgm:constr type="t" for="ch" forName="wedge1" refType="w" fact="0.08"/>
          <dgm:constr type="w" for="ch" forName="wedge1" refType="w" fact="0.84"/>
          <dgm:constr type="h" for="ch" forName="wedge1" refType="h" fact="0.84"/>
          <dgm:constr type="l" for="ch" forName="dummy1a" refType="w" fact="0.5"/>
          <dgm:constr type="t" for="ch" forName="dummy1a" refType="h" fact="0.08"/>
          <dgm:constr type="l" for="ch" forName="dummy1b" refType="w" fact="0.5"/>
          <dgm:constr type="t" for="ch" forName="dummy1b" refType="h" fact="0.08"/>
          <dgm:constr type="l" for="ch" forName="wedge1Tx" refType="w" fact="0.22"/>
          <dgm:constr type="t" for="ch" forName="wedge1Tx" refType="h" fact="0.22"/>
          <dgm:constr type="w" for="ch" forName="wedge1Tx" refType="w" fact="0.56"/>
          <dgm:constr type="h" for="ch" forName="wedge1Tx" refType="h" fact="0.56"/>
          <dgm:constr type="h" for="ch" forName="arrowWedge1single" refType="w" fact="0.08"/>
          <dgm:constr type="diam" for="ch" forName="arrowWedge1single" refType="w" fact="0.84"/>
          <dgm:constr type="l" for="ch" forName="arrowWedge1single" refType="w" fact="0.5"/>
          <dgm:constr type="t" for="ch" forName="arrowWedge1single" refType="w" fact="0.5"/>
          <dgm:constr type="primFontSz" for="ch" ptType="node" op="equ"/>
        </dgm:constrLst>
      </dgm:if>
      <dgm:if name="Name2" axis="ch" ptType="node" func="cnt" op="equ" val="2">
        <dgm:constrLst>
          <dgm:constr type="l" for="ch" forName="wedge1" refType="w" fact="0.1"/>
          <dgm:constr type="t" for="ch" forName="wedge1" refType="w" fact="0.08"/>
          <dgm:constr type="w" for="ch" forName="wedge1" refType="w" fact="0.84"/>
          <dgm:constr type="h" for="ch" forName="wedge1" refType="h" fact="0.84"/>
          <dgm:constr type="l" for="ch" forName="dummy1a" refType="w" fact="0.52"/>
          <dgm:constr type="t" for="ch" forName="dummy1a" refType="h" fact="0.08"/>
          <dgm:constr type="l" for="ch" forName="dummy1b" refType="w" fact="0.52"/>
          <dgm:constr type="t" for="ch" forName="dummy1b" refType="h" fact="0.92"/>
          <dgm:constr type="l" for="ch" forName="wedge1Tx" refType="w" fact="0.559"/>
          <dgm:constr type="t" for="ch" forName="wedge1Tx" refType="h" fact="0.3"/>
          <dgm:constr type="w" for="ch" forName="wedge1Tx" refType="w" fact="0.3"/>
          <dgm:constr type="h" for="ch" forName="wedge1Tx" refType="h" fact="0.4"/>
          <dgm:constr type="l" for="ch" forName="wedge2" refType="w" fact="0.06"/>
          <dgm:constr type="t" for="ch" forName="wedge2" refType="w" fact="0.08"/>
          <dgm:constr type="w" for="ch" forName="wedge2" refType="w" fact="0.84"/>
          <dgm:constr type="h" for="ch" forName="wedge2" refType="h" fact="0.84"/>
          <dgm:constr type="l" for="ch" forName="dummy2a" refType="w" fact="0.48"/>
          <dgm:constr type="t" for="ch" forName="dummy2a" refType="h" fact="0.92"/>
          <dgm:constr type="l" for="ch" forName="dummy2b" refType="w" fact="0.48"/>
          <dgm:constr type="t" for="ch" forName="dummy2b" refType="h" fact="0.08"/>
          <dgm:constr type="r" for="ch" forName="wedge2Tx" refType="w" fact="0.441"/>
          <dgm:constr type="t" for="ch" forName="wedge2Tx" refType="h" fact="0.3"/>
          <dgm:constr type="w" for="ch" forName="wedge2Tx" refType="w" fact="0.3"/>
          <dgm:constr type="h" for="ch" forName="wedge2Tx" refType="h" fact="0.4"/>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primFontSz" for="ch" ptType="node" op="equ"/>
        </dgm:constrLst>
      </dgm:if>
      <dgm:if name="Name3" axis="ch" ptType="node" func="cnt" op="equ" val="3">
        <dgm:constrLst>
          <dgm:constr type="l" for="ch" forName="wedge1" refType="w" fact="0.0973"/>
          <dgm:constr type="t" for="ch" forName="wedge1" refType="w" fact="0.07"/>
          <dgm:constr type="w" for="ch" forName="wedge1" refType="w" fact="0.84"/>
          <dgm:constr type="h" for="ch" forName="wedge1" refType="h" fact="0.84"/>
          <dgm:constr type="l" for="ch" forName="dummy1a" refType="w" fact="0.5173"/>
          <dgm:constr type="t" for="ch" forName="dummy1a" refType="h" fact="0.07"/>
          <dgm:constr type="l" for="ch" forName="dummy1b" refType="w" fact="0.8811"/>
          <dgm:constr type="t" for="ch" forName="dummy1b" refType="h" fact="0.7"/>
          <dgm:constr type="l" for="ch" forName="wedge1Tx" refType="w" fact="0.54"/>
          <dgm:constr type="t" for="ch" forName="wedge1Tx" refType="h" fact="0.248"/>
          <dgm:constr type="w" for="ch" forName="wedge1Tx" refType="w" fact="0.3"/>
          <dgm:constr type="h" for="ch" forName="wedge1Tx" refType="h" fact="0.25"/>
          <dgm:constr type="l" for="ch" forName="wedge2" refType="w" fact="0.08"/>
          <dgm:constr type="t" for="ch" forName="wedge2" refType="w" fact="0.1"/>
          <dgm:constr type="w" for="ch" forName="wedge2" refType="w" fact="0.84"/>
          <dgm:constr type="h" for="ch" forName="wedge2" refType="h" fact="0.84"/>
          <dgm:constr type="l" for="ch" forName="dummy2a" refType="w" fact="0.8637"/>
          <dgm:constr type="t" for="ch" forName="dummy2a" refType="h" fact="0.73"/>
          <dgm:constr type="l" for="ch" forName="dummy2b" refType="w" fact="0.1363"/>
          <dgm:constr type="t" for="ch" forName="dummy2b" refType="h" fact="0.73"/>
          <dgm:constr type="l" for="ch" forName="wedge2Tx" refType="w" fact="0.28"/>
          <dgm:constr type="t" for="ch" forName="wedge2Tx" refType="h" fact="0.645"/>
          <dgm:constr type="w" for="ch" forName="wedge2Tx" refType="w" fact="0.45"/>
          <dgm:constr type="h" for="ch" forName="wedge2Tx" refType="h" fact="0.22"/>
          <dgm:constr type="l" for="ch" forName="wedge3" refType="w" fact="0.0627"/>
          <dgm:constr type="t" for="ch" forName="wedge3" refType="w" fact="0.07"/>
          <dgm:constr type="w" for="ch" forName="wedge3" refType="w" fact="0.84"/>
          <dgm:constr type="h" for="ch" forName="wedge3" refType="h" fact="0.84"/>
          <dgm:constr type="l" for="ch" forName="dummy3a" refType="w" fact="0.1189"/>
          <dgm:constr type="t" for="ch" forName="dummy3a" refType="h" fact="0.7"/>
          <dgm:constr type="l" for="ch" forName="dummy3b" refType="w" fact="0.4827"/>
          <dgm:constr type="t" for="ch" forName="dummy3b" refType="h" fact="0.07"/>
          <dgm:constr type="r" for="ch" forName="wedge3Tx" refType="w" fact="0.46"/>
          <dgm:constr type="t" for="ch" forName="wedge3Tx" refType="h" fact="0.248"/>
          <dgm:constr type="w" for="ch" forName="wedge3Tx" refType="w" fact="0.3"/>
          <dgm:constr type="h" for="ch" forName="wedge3Tx" refType="h" fact="0.25"/>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h" for="ch" forName="arrowWedge3" refType="w" fact="0.08"/>
          <dgm:constr type="diam" for="ch" forName="arrowWedge3" refType="w" fact="0.84"/>
          <dgm:constr type="l" for="ch" forName="arrowWedge3" refType="w" fact="0.5"/>
          <dgm:constr type="t" for="ch" forName="arrowWedge3" refType="w" fact="0.5"/>
          <dgm:constr type="primFontSz" for="ch" ptType="node" op="equ"/>
        </dgm:constrLst>
      </dgm:if>
      <dgm:if name="Name4" axis="ch" ptType="node" func="cnt" op="equ" val="4">
        <dgm:constrLst>
          <dgm:constr type="l" for="ch" forName="wedge1" refType="w" fact="0.0941"/>
          <dgm:constr type="t" for="ch" forName="wedge1" refType="w" fact="0.0659"/>
          <dgm:constr type="w" for="ch" forName="wedge1" refType="w" fact="0.84"/>
          <dgm:constr type="h" for="ch" forName="wedge1" refType="h" fact="0.84"/>
          <dgm:constr type="l" for="ch" forName="dummy1a" refType="w" fact="0.5141"/>
          <dgm:constr type="t" for="ch" forName="dummy1a" refType="h" fact="0.0659"/>
          <dgm:constr type="l" for="ch" forName="dummy1b" refType="w" fact="0.9341"/>
          <dgm:constr type="t" for="ch" forName="dummy1b" refType="h" fact="0.4859"/>
          <dgm:constr type="l" for="ch" forName="wedge1Tx" refType="w" fact="0.54"/>
          <dgm:constr type="t" for="ch" forName="wedge1Tx" refType="h" fact="0.24"/>
          <dgm:constr type="w" for="ch" forName="wedge1Tx" refType="w" fact="0.31"/>
          <dgm:constr type="h" for="ch" forName="wedge1Tx" refType="h" fact="0.23"/>
          <dgm:constr type="l" for="ch" forName="wedge2" refType="w" fact="0.0941"/>
          <dgm:constr type="t" for="ch" forName="wedge2" refType="w" fact="0.0941"/>
          <dgm:constr type="w" for="ch" forName="wedge2" refType="w" fact="0.84"/>
          <dgm:constr type="h" for="ch" forName="wedge2" refType="h" fact="0.84"/>
          <dgm:constr type="l" for="ch" forName="dummy2a" refType="w" fact="0.9341"/>
          <dgm:constr type="t" for="ch" forName="dummy2a" refType="h" fact="0.5141"/>
          <dgm:constr type="l" for="ch" forName="dummy2b" refType="w" fact="0.5141"/>
          <dgm:constr type="t" for="ch" forName="dummy2b" refType="h" fact="0.9341"/>
          <dgm:constr type="l" for="ch" forName="wedge2Tx" refType="w" fact="0.54"/>
          <dgm:constr type="t" for="ch" forName="wedge2Tx" refType="h" fact="0.53"/>
          <dgm:constr type="w" for="ch" forName="wedge2Tx" refType="w" fact="0.31"/>
          <dgm:constr type="h" for="ch" forName="wedge2Tx" refType="h" fact="0.23"/>
          <dgm:constr type="l" for="ch" forName="wedge3" refType="w" fact="0.0659"/>
          <dgm:constr type="t" for="ch" forName="wedge3" refType="w" fact="0.0941"/>
          <dgm:constr type="w" for="ch" forName="wedge3" refType="w" fact="0.84"/>
          <dgm:constr type="h" for="ch" forName="wedge3" refType="h" fact="0.84"/>
          <dgm:constr type="l" for="ch" forName="dummy3a" refType="w" fact="0.4859"/>
          <dgm:constr type="t" for="ch" forName="dummy3a" refType="h" fact="0.9341"/>
          <dgm:constr type="l" for="ch" forName="dummy3b" refType="w" fact="0.0659"/>
          <dgm:constr type="t" for="ch" forName="dummy3b" refType="h" fact="0.5141"/>
          <dgm:constr type="r" for="ch" forName="wedge3Tx" refType="w" fact="0.46"/>
          <dgm:constr type="t" for="ch" forName="wedge3Tx" refType="h" fact="0.53"/>
          <dgm:constr type="w" for="ch" forName="wedge3Tx" refType="w" fact="0.31"/>
          <dgm:constr type="h" for="ch" forName="wedge3Tx" refType="h" fact="0.23"/>
          <dgm:constr type="l" for="ch" forName="wedge4" refType="w" fact="0.0659"/>
          <dgm:constr type="t" for="ch" forName="wedge4" refType="h" fact="0.0659"/>
          <dgm:constr type="w" for="ch" forName="wedge4" refType="w" fact="0.84"/>
          <dgm:constr type="h" for="ch" forName="wedge4" refType="h" fact="0.84"/>
          <dgm:constr type="l" for="ch" forName="dummy4a" refType="w" fact="0.0659"/>
          <dgm:constr type="t" for="ch" forName="dummy4a" refType="h" fact="0.4859"/>
          <dgm:constr type="l" for="ch" forName="dummy4b" refType="w" fact="0.4859"/>
          <dgm:constr type="t" for="ch" forName="dummy4b" refType="h" fact="0.0659"/>
          <dgm:constr type="r" for="ch" forName="wedge4Tx" refType="w" fact="0.46"/>
          <dgm:constr type="t" for="ch" forName="wedge4Tx" refType="h" fact="0.24"/>
          <dgm:constr type="w" for="ch" forName="wedge4Tx" refType="w" fact="0.31"/>
          <dgm:constr type="h" for="ch" forName="wedge4Tx" refType="h" fact="0.23"/>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h" for="ch" forName="arrowWedge3" refType="w" fact="0.08"/>
          <dgm:constr type="diam" for="ch" forName="arrowWedge3" refType="w" fact="0.84"/>
          <dgm:constr type="l" for="ch" forName="arrowWedge3" refType="w" fact="0.5"/>
          <dgm:constr type="t" for="ch" forName="arrowWedge3" refType="w" fact="0.5"/>
          <dgm:constr type="h" for="ch" forName="arrowWedge4" refType="w" fact="0.08"/>
          <dgm:constr type="diam" for="ch" forName="arrowWedge4" refType="w" fact="0.84"/>
          <dgm:constr type="l" for="ch" forName="arrowWedge4" refType="w" fact="0.5"/>
          <dgm:constr type="t" for="ch" forName="arrowWedge4" refType="w" fact="0.5"/>
          <dgm:constr type="primFontSz" for="ch" ptType="node" op="equ"/>
        </dgm:constrLst>
      </dgm:if>
      <dgm:if name="Name5" axis="ch" ptType="node" func="cnt" op="equ" val="5">
        <dgm:constrLst>
          <dgm:constr type="l" for="ch" forName="wedge1" refType="w" fact="0.0918"/>
          <dgm:constr type="t" for="ch" forName="wedge1" refType="w" fact="0.0638"/>
          <dgm:constr type="w" for="ch" forName="wedge1" refType="w" fact="0.84"/>
          <dgm:constr type="h" for="ch" forName="wedge1" refType="h" fact="0.84"/>
          <dgm:constr type="l" for="ch" forName="dummy1a" refType="w" fact="0.5118"/>
          <dgm:constr type="t" for="ch" forName="dummy1a" refType="h" fact="0.0638"/>
          <dgm:constr type="l" for="ch" forName="dummy1b" refType="w" fact="0.9112"/>
          <dgm:constr type="t" for="ch" forName="dummy1b" refType="h" fact="0.354"/>
          <dgm:constr type="l" for="ch" forName="wedge1Tx" refType="w" fact="0.53"/>
          <dgm:constr type="t" for="ch" forName="wedge1Tx" refType="h" fact="0.205"/>
          <dgm:constr type="w" for="ch" forName="wedge1Tx" refType="w" fact="0.27"/>
          <dgm:constr type="h" for="ch" forName="wedge1Tx" refType="h" fact="0.18"/>
          <dgm:constr type="l" for="ch" forName="wedge2" refType="w" fact="0.099"/>
          <dgm:constr type="t" for="ch" forName="wedge2" refType="w" fact="0.0862"/>
          <dgm:constr type="w" for="ch" forName="wedge2" refType="w" fact="0.84"/>
          <dgm:constr type="h" for="ch" forName="wedge2" refType="h" fact="0.84"/>
          <dgm:constr type="l" for="ch" forName="dummy2a" refType="w" fact="0.9185"/>
          <dgm:constr type="t" for="ch" forName="dummy2a" refType="h" fact="0.3764"/>
          <dgm:constr type="l" for="ch" forName="dummy2b" refType="w" fact="0.7659"/>
          <dgm:constr type="t" for="ch" forName="dummy2b" refType="h" fact="0.846"/>
          <dgm:constr type="l" for="ch" forName="wedge2Tx" refType="w" fact="0.64"/>
          <dgm:constr type="t" for="ch" forName="wedge2Tx" refType="h" fact="0.47"/>
          <dgm:constr type="w" for="ch" forName="wedge2Tx" refType="w" fact="0.25"/>
          <dgm:constr type="h" for="ch" forName="wedge2Tx" refType="h" fact="0.2"/>
          <dgm:constr type="l" for="ch" forName="wedge3" refType="w" fact="0.08"/>
          <dgm:constr type="t" for="ch" forName="wedge3" refType="w" fact="0.1"/>
          <dgm:constr type="w" for="ch" forName="wedge3" refType="w" fact="0.84"/>
          <dgm:constr type="h" for="ch" forName="wedge3" refType="h" fact="0.84"/>
          <dgm:constr type="l" for="ch" forName="dummy3a" refType="w" fact="0.7469"/>
          <dgm:constr type="t" for="ch" forName="dummy3a" refType="h" fact="0.8598"/>
          <dgm:constr type="l" for="ch" forName="dummy3b" refType="w" fact="0.2531"/>
          <dgm:constr type="t" for="ch" forName="dummy3b" refType="h" fact="0.8598"/>
          <dgm:constr type="l" for="ch" forName="wedge3Tx" refType="w" fact="0.38"/>
          <dgm:constr type="t" for="ch" forName="wedge3Tx" refType="h" fact="0.69"/>
          <dgm:constr type="w" for="ch" forName="wedge3Tx" refType="w" fact="0.24"/>
          <dgm:constr type="h" for="ch" forName="wedge3Tx" refType="h" fact="0.22"/>
          <dgm:constr type="l" for="ch" forName="wedge4" refType="w" fact="0.061"/>
          <dgm:constr type="t" for="ch" forName="wedge4" refType="h" fact="0.0862"/>
          <dgm:constr type="w" for="ch" forName="wedge4" refType="w" fact="0.84"/>
          <dgm:constr type="h" for="ch" forName="wedge4" refType="h" fact="0.84"/>
          <dgm:constr type="l" for="ch" forName="dummy4a" refType="w" fact="0.2341"/>
          <dgm:constr type="t" for="ch" forName="dummy4a" refType="h" fact="0.846"/>
          <dgm:constr type="l" for="ch" forName="dummy4b" refType="w" fact="0.0815"/>
          <dgm:constr type="t" for="ch" forName="dummy4b" refType="h" fact="0.3764"/>
          <dgm:constr type="r" for="ch" forName="wedge4Tx" refType="w" fact="0.36"/>
          <dgm:constr type="t" for="ch" forName="wedge4Tx" refType="h" fact="0.47"/>
          <dgm:constr type="w" for="ch" forName="wedge4Tx" refType="w" fact="0.25"/>
          <dgm:constr type="h" for="ch" forName="wedge4Tx" refType="h" fact="0.2"/>
          <dgm:constr type="l" for="ch" forName="wedge5" refType="w" fact="0.0682"/>
          <dgm:constr type="t" for="ch" forName="wedge5" refType="h" fact="0.0638"/>
          <dgm:constr type="w" for="ch" forName="wedge5" refType="w" fact="0.84"/>
          <dgm:constr type="h" for="ch" forName="wedge5" refType="h" fact="0.84"/>
          <dgm:constr type="l" for="ch" forName="dummy5a" refType="w" fact="0.0888"/>
          <dgm:constr type="t" for="ch" forName="dummy5a" refType="h" fact="0.354"/>
          <dgm:constr type="l" for="ch" forName="dummy5b" refType="w" fact="0.4882"/>
          <dgm:constr type="t" for="ch" forName="dummy5b" refType="h" fact="0.0638"/>
          <dgm:constr type="r" for="ch" forName="wedge5Tx" refType="w" fact="0.47"/>
          <dgm:constr type="t" for="ch" forName="wedge5Tx" refType="h" fact="0.205"/>
          <dgm:constr type="w" for="ch" forName="wedge5Tx" refType="w" fact="0.27"/>
          <dgm:constr type="h" for="ch" forName="wedge5Tx" refType="h" fact="0.18"/>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h" for="ch" forName="arrowWedge3" refType="w" fact="0.08"/>
          <dgm:constr type="diam" for="ch" forName="arrowWedge3" refType="w" fact="0.84"/>
          <dgm:constr type="l" for="ch" forName="arrowWedge3" refType="w" fact="0.5"/>
          <dgm:constr type="t" for="ch" forName="arrowWedge3" refType="w" fact="0.5"/>
          <dgm:constr type="h" for="ch" forName="arrowWedge4" refType="w" fact="0.08"/>
          <dgm:constr type="diam" for="ch" forName="arrowWedge4" refType="w" fact="0.84"/>
          <dgm:constr type="l" for="ch" forName="arrowWedge4" refType="w" fact="0.5"/>
          <dgm:constr type="t" for="ch" forName="arrowWedge4" refType="w" fact="0.5"/>
          <dgm:constr type="h" for="ch" forName="arrowWedge5" refType="w" fact="0.08"/>
          <dgm:constr type="diam" for="ch" forName="arrowWedge5" refType="w" fact="0.84"/>
          <dgm:constr type="l" for="ch" forName="arrowWedge5" refType="w" fact="0.5"/>
          <dgm:constr type="t" for="ch" forName="arrowWedge5" refType="w" fact="0.5"/>
          <dgm:constr type="primFontSz" for="ch" ptType="node" op="equ"/>
        </dgm:constrLst>
      </dgm:if>
      <dgm:if name="Name6" axis="ch" ptType="node" func="cnt" op="equ" val="6">
        <dgm:constrLst>
          <dgm:constr type="l" for="ch" forName="wedge1" refType="w" fact="0.09"/>
          <dgm:constr type="t" for="ch" forName="wedge1" refType="w" fact="0.0627"/>
          <dgm:constr type="w" for="ch" forName="wedge1" refType="w" fact="0.84"/>
          <dgm:constr type="h" for="ch" forName="wedge1" refType="h" fact="0.84"/>
          <dgm:constr type="l" for="ch" forName="dummy1a" refType="w" fact="0.51"/>
          <dgm:constr type="t" for="ch" forName="dummy1a" refType="h" fact="0.0627"/>
          <dgm:constr type="l" for="ch" forName="dummy1b" refType="w" fact="0.8737"/>
          <dgm:constr type="t" for="ch" forName="dummy1b" refType="h" fact="0.2727"/>
          <dgm:constr type="l" for="ch" forName="wedge1Tx" refType="w" fact="0.53"/>
          <dgm:constr type="t" for="ch" forName="wedge1Tx" refType="h" fact="0.17"/>
          <dgm:constr type="w" for="ch" forName="wedge1Tx" refType="w" fact="0.22"/>
          <dgm:constr type="h" for="ch" forName="wedge1Tx" refType="h" fact="0.17"/>
          <dgm:constr type="l" for="ch" forName="wedge2" refType="w" fact="0.1"/>
          <dgm:constr type="t" for="ch" forName="wedge2" refType="w" fact="0.08"/>
          <dgm:constr type="w" for="ch" forName="wedge2" refType="w" fact="0.84"/>
          <dgm:constr type="h" for="ch" forName="wedge2" refType="h" fact="0.84"/>
          <dgm:constr type="l" for="ch" forName="dummy2a" refType="w" fact="0.8837"/>
          <dgm:constr type="t" for="ch" forName="dummy2a" refType="h" fact="0.29"/>
          <dgm:constr type="l" for="ch" forName="dummy2b" refType="w" fact="0.8837"/>
          <dgm:constr type="t" for="ch" forName="dummy2b" refType="h" fact="0.71"/>
          <dgm:constr type="l" for="ch" forName="wedge2Tx" refType="w" fact="0.67"/>
          <dgm:constr type="t" for="ch" forName="wedge2Tx" refType="h" fact="0.42"/>
          <dgm:constr type="w" for="ch" forName="wedge2Tx" refType="w" fact="0.23"/>
          <dgm:constr type="h" for="ch" forName="wedge2Tx" refType="h" fact="0.165"/>
          <dgm:constr type="l" for="ch" forName="wedge3" refType="w" fact="0.09"/>
          <dgm:constr type="t" for="ch" forName="wedge3" refType="w" fact="0.0973"/>
          <dgm:constr type="w" for="ch" forName="wedge3" refType="w" fact="0.84"/>
          <dgm:constr type="h" for="ch" forName="wedge3" refType="h" fact="0.84"/>
          <dgm:constr type="l" for="ch" forName="dummy3a" refType="w" fact="0.8737"/>
          <dgm:constr type="t" for="ch" forName="dummy3a" refType="h" fact="0.7273"/>
          <dgm:constr type="l" for="ch" forName="dummy3b" refType="w" fact="0.51"/>
          <dgm:constr type="t" for="ch" forName="dummy3b" refType="h" fact="0.9373"/>
          <dgm:constr type="l" for="ch" forName="wedge3Tx" refType="w" fact="0.53"/>
          <dgm:constr type="t" for="ch" forName="wedge3Tx" refType="h" fact="0.665"/>
          <dgm:constr type="w" for="ch" forName="wedge3Tx" refType="w" fact="0.22"/>
          <dgm:constr type="h" for="ch" forName="wedge3Tx" refType="h" fact="0.17"/>
          <dgm:constr type="l" for="ch" forName="wedge4" refType="w" fact="0.07"/>
          <dgm:constr type="t" for="ch" forName="wedge4" refType="h" fact="0.0973"/>
          <dgm:constr type="w" for="ch" forName="wedge4" refType="w" fact="0.84"/>
          <dgm:constr type="h" for="ch" forName="wedge4" refType="h" fact="0.84"/>
          <dgm:constr type="l" for="ch" forName="dummy4a" refType="w" fact="0.49"/>
          <dgm:constr type="t" for="ch" forName="dummy4a" refType="h" fact="0.9373"/>
          <dgm:constr type="l" for="ch" forName="dummy4b" refType="w" fact="0.1263"/>
          <dgm:constr type="t" for="ch" forName="dummy4b" refType="h" fact="0.7273"/>
          <dgm:constr type="r" for="ch" forName="wedge4Tx" refType="w" fact="0.47"/>
          <dgm:constr type="t" for="ch" forName="wedge4Tx" refType="h" fact="0.665"/>
          <dgm:constr type="w" for="ch" forName="wedge4Tx" refType="w" fact="0.22"/>
          <dgm:constr type="h" for="ch" forName="wedge4Tx" refType="h" fact="0.17"/>
          <dgm:constr type="l" for="ch" forName="wedge5" refType="w" fact="0.06"/>
          <dgm:constr type="t" for="ch" forName="wedge5" refType="h" fact="0.08"/>
          <dgm:constr type="w" for="ch" forName="wedge5" refType="w" fact="0.84"/>
          <dgm:constr type="h" for="ch" forName="wedge5" refType="h" fact="0.84"/>
          <dgm:constr type="l" for="ch" forName="dummy5a" refType="w" fact="0.1163"/>
          <dgm:constr type="t" for="ch" forName="dummy5a" refType="h" fact="0.71"/>
          <dgm:constr type="l" for="ch" forName="dummy5b" refType="w" fact="0.1163"/>
          <dgm:constr type="t" for="ch" forName="dummy5b" refType="h" fact="0.29"/>
          <dgm:constr type="r" for="ch" forName="wedge5Tx" refType="w" fact="0.33"/>
          <dgm:constr type="t" for="ch" forName="wedge5Tx" refType="h" fact="0.42"/>
          <dgm:constr type="w" for="ch" forName="wedge5Tx" refType="w" fact="0.23"/>
          <dgm:constr type="h" for="ch" forName="wedge5Tx" refType="h" fact="0.165"/>
          <dgm:constr type="l" for="ch" forName="wedge6" refType="w" fact="0.07"/>
          <dgm:constr type="t" for="ch" forName="wedge6" refType="h" fact="0.0627"/>
          <dgm:constr type="w" for="ch" forName="wedge6" refType="w" fact="0.84"/>
          <dgm:constr type="h" for="ch" forName="wedge6" refType="h" fact="0.84"/>
          <dgm:constr type="l" for="ch" forName="dummy6a" refType="w" fact="0.1263"/>
          <dgm:constr type="t" for="ch" forName="dummy6a" refType="h" fact="0.2727"/>
          <dgm:constr type="l" for="ch" forName="dummy6b" refType="w" fact="0.49"/>
          <dgm:constr type="t" for="ch" forName="dummy6b" refType="h" fact="0.0627"/>
          <dgm:constr type="r" for="ch" forName="wedge6Tx" refType="w" fact="0.47"/>
          <dgm:constr type="t" for="ch" forName="wedge6Tx" refType="h" fact="0.17"/>
          <dgm:constr type="w" for="ch" forName="wedge6Tx" refType="w" fact="0.22"/>
          <dgm:constr type="h" for="ch" forName="wedge6Tx" refType="h" fact="0.17"/>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h" for="ch" forName="arrowWedge3" refType="w" fact="0.08"/>
          <dgm:constr type="diam" for="ch" forName="arrowWedge3" refType="w" fact="0.84"/>
          <dgm:constr type="l" for="ch" forName="arrowWedge3" refType="w" fact="0.5"/>
          <dgm:constr type="t" for="ch" forName="arrowWedge3" refType="w" fact="0.5"/>
          <dgm:constr type="h" for="ch" forName="arrowWedge4" refType="w" fact="0.08"/>
          <dgm:constr type="diam" for="ch" forName="arrowWedge4" refType="w" fact="0.84"/>
          <dgm:constr type="l" for="ch" forName="arrowWedge4" refType="w" fact="0.5"/>
          <dgm:constr type="t" for="ch" forName="arrowWedge4" refType="w" fact="0.5"/>
          <dgm:constr type="h" for="ch" forName="arrowWedge5" refType="w" fact="0.08"/>
          <dgm:constr type="diam" for="ch" forName="arrowWedge5" refType="w" fact="0.84"/>
          <dgm:constr type="l" for="ch" forName="arrowWedge5" refType="w" fact="0.5"/>
          <dgm:constr type="t" for="ch" forName="arrowWedge5" refType="w" fact="0.5"/>
          <dgm:constr type="h" for="ch" forName="arrowWedge6" refType="w" fact="0.08"/>
          <dgm:constr type="diam" for="ch" forName="arrowWedge6" refType="w" fact="0.84"/>
          <dgm:constr type="l" for="ch" forName="arrowWedge6" refType="w" fact="0.5"/>
          <dgm:constr type="t" for="ch" forName="arrowWedge6" refType="w" fact="0.5"/>
          <dgm:constr type="primFontSz" for="ch" ptType="node" op="equ"/>
        </dgm:constrLst>
      </dgm:if>
      <dgm:else name="Name7">
        <dgm:constrLst>
          <dgm:constr type="l" for="ch" forName="wedge1" refType="w" fact="0.0887"/>
          <dgm:constr type="t" for="ch" forName="wedge1" refType="w" fact="0.062"/>
          <dgm:constr type="w" for="ch" forName="wedge1" refType="w" fact="0.84"/>
          <dgm:constr type="h" for="ch" forName="wedge1" refType="h" fact="0.84"/>
          <dgm:constr type="l" for="ch" forName="dummy1a" refType="w" fact="0.5087"/>
          <dgm:constr type="t" for="ch" forName="dummy1a" refType="h" fact="0.062"/>
          <dgm:constr type="l" for="ch" forName="dummy1b" refType="w" fact="0.837"/>
          <dgm:constr type="t" for="ch" forName="dummy1b" refType="h" fact="0.2201"/>
          <dgm:constr type="l" for="ch" forName="wedge1Tx" refType="w" fact="0.53"/>
          <dgm:constr type="t" for="ch" forName="wedge1Tx" refType="h" fact="0.14"/>
          <dgm:constr type="w" for="ch" forName="wedge1Tx" refType="w" fact="0.2"/>
          <dgm:constr type="h" for="ch" forName="wedge1Tx" refType="h" fact="0.16"/>
          <dgm:constr type="l" for="ch" forName="wedge2" refType="w" fact="0.0995"/>
          <dgm:constr type="t" for="ch" forName="wedge2" refType="w" fact="0.0755"/>
          <dgm:constr type="w" for="ch" forName="wedge2" refType="w" fact="0.84"/>
          <dgm:constr type="h" for="ch" forName="wedge2" refType="h" fact="0.84"/>
          <dgm:constr type="l" for="ch" forName="dummy2a" refType="w" fact="0.8479"/>
          <dgm:constr type="t" for="ch" forName="dummy2a" refType="h" fact="0.2337"/>
          <dgm:constr type="l" for="ch" forName="dummy2b" refType="w" fact="0.929"/>
          <dgm:constr type="t" for="ch" forName="dummy2b" refType="h" fact="0.589"/>
          <dgm:constr type="l" for="ch" forName="wedge2Tx" refType="w" fact="0.67"/>
          <dgm:constr type="t" for="ch" forName="wedge2Tx" refType="h" fact="0.38"/>
          <dgm:constr type="w" for="ch" forName="wedge2Tx" refType="w" fact="0.23"/>
          <dgm:constr type="h" for="ch" forName="wedge2Tx" refType="h" fact="0.14"/>
          <dgm:constr type="l" for="ch" forName="wedge3" refType="w" fact="0.0956"/>
          <dgm:constr type="t" for="ch" forName="wedge3" refType="w" fact="0.0925"/>
          <dgm:constr type="w" for="ch" forName="wedge3" refType="w" fact="0.84"/>
          <dgm:constr type="h" for="ch" forName="wedge3" refType="h" fact="0.84"/>
          <dgm:constr type="l" for="ch" forName="dummy3a" refType="w" fact="0.9251"/>
          <dgm:constr type="t" for="ch" forName="dummy3a" refType="h" fact="0.6059"/>
          <dgm:constr type="l" for="ch" forName="dummy3b" refType="w" fact="0.6979"/>
          <dgm:constr type="t" for="ch" forName="dummy3b" refType="h" fact="0.8909"/>
          <dgm:constr type="l" for="ch" forName="wedge3Tx" refType="w" fact="0.635"/>
          <dgm:constr type="t" for="ch" forName="wedge3Tx" refType="h" fact="0.59"/>
          <dgm:constr type="w" for="ch" forName="wedge3Tx" refType="w" fact="0.2"/>
          <dgm:constr type="h" for="ch" forName="wedge3Tx" refType="h" fact="0.155"/>
          <dgm:constr type="l" for="ch" forName="wedge4" refType="w" fact="0.08"/>
          <dgm:constr type="t" for="ch" forName="wedge4" refType="h" fact="0.1"/>
          <dgm:constr type="w" for="ch" forName="wedge4" refType="w" fact="0.84"/>
          <dgm:constr type="h" for="ch" forName="wedge4" refType="h" fact="0.84"/>
          <dgm:constr type="l" for="ch" forName="dummy4a" refType="w" fact="0.6822"/>
          <dgm:constr type="t" for="ch" forName="dummy4a" refType="h" fact="0.8984"/>
          <dgm:constr type="l" for="ch" forName="dummy4b" refType="w" fact="0.3178"/>
          <dgm:constr type="t" for="ch" forName="dummy4b" refType="h" fact="0.8984"/>
          <dgm:constr type="l" for="ch" forName="wedge4Tx" refType="w" fact="0.4025"/>
          <dgm:constr type="t" for="ch" forName="wedge4Tx" refType="h" fact="0.76"/>
          <dgm:constr type="w" for="ch" forName="wedge4Tx" refType="w" fact="0.195"/>
          <dgm:constr type="h" for="ch" forName="wedge4Tx" refType="h" fact="0.14"/>
          <dgm:constr type="l" for="ch" forName="wedge5" refType="w" fact="0.0644"/>
          <dgm:constr type="t" for="ch" forName="wedge5" refType="h" fact="0.0925"/>
          <dgm:constr type="w" for="ch" forName="wedge5" refType="w" fact="0.84"/>
          <dgm:constr type="h" for="ch" forName="wedge5" refType="h" fact="0.84"/>
          <dgm:constr type="l" for="ch" forName="dummy5a" refType="w" fact="0.3021"/>
          <dgm:constr type="t" for="ch" forName="dummy5a" refType="h" fact="0.8909"/>
          <dgm:constr type="l" for="ch" forName="dummy5b" refType="w" fact="0.0749"/>
          <dgm:constr type="t" for="ch" forName="dummy5b" refType="h" fact="0.6059"/>
          <dgm:constr type="r" for="ch" forName="wedge5Tx" refType="w" fact="0.365"/>
          <dgm:constr type="t" for="ch" forName="wedge5Tx" refType="h" fact="0.59"/>
          <dgm:constr type="w" for="ch" forName="wedge5Tx" refType="w" fact="0.2"/>
          <dgm:constr type="h" for="ch" forName="wedge5Tx" refType="h" fact="0.155"/>
          <dgm:constr type="l" for="ch" forName="wedge6" refType="w" fact="0.0605"/>
          <dgm:constr type="t" for="ch" forName="wedge6" refType="h" fact="0.0755"/>
          <dgm:constr type="w" for="ch" forName="wedge6" refType="w" fact="0.84"/>
          <dgm:constr type="h" for="ch" forName="wedge6" refType="h" fact="0.84"/>
          <dgm:constr type="l" for="ch" forName="dummy6a" refType="w" fact="0.071"/>
          <dgm:constr type="t" for="ch" forName="dummy6a" refType="h" fact="0.589"/>
          <dgm:constr type="l" for="ch" forName="dummy6b" refType="w" fact="0.1521"/>
          <dgm:constr type="t" for="ch" forName="dummy6b" refType="h" fact="0.2337"/>
          <dgm:constr type="r" for="ch" forName="wedge6Tx" refType="w" fact="0.33"/>
          <dgm:constr type="t" for="ch" forName="wedge6Tx" refType="h" fact="0.38"/>
          <dgm:constr type="w" for="ch" forName="wedge6Tx" refType="w" fact="0.23"/>
          <dgm:constr type="h" for="ch" forName="wedge6Tx" refType="h" fact="0.14"/>
          <dgm:constr type="l" for="ch" forName="wedge7" refType="w" fact="0.0713"/>
          <dgm:constr type="t" for="ch" forName="wedge7" refType="h" fact="0.062"/>
          <dgm:constr type="w" for="ch" forName="wedge7" refType="w" fact="0.84"/>
          <dgm:constr type="h" for="ch" forName="wedge7" refType="h" fact="0.84"/>
          <dgm:constr type="l" for="ch" forName="dummy7a" refType="w" fact="0.163"/>
          <dgm:constr type="t" for="ch" forName="dummy7a" refType="h" fact="0.2201"/>
          <dgm:constr type="l" for="ch" forName="dummy7b" refType="w" fact="0.4913"/>
          <dgm:constr type="t" for="ch" forName="dummy7b" refType="h" fact="0.062"/>
          <dgm:constr type="r" for="ch" forName="wedge7Tx" refType="w" fact="0.47"/>
          <dgm:constr type="t" for="ch" forName="wedge7Tx" refType="h" fact="0.14"/>
          <dgm:constr type="w" for="ch" forName="wedge7Tx" refType="w" fact="0.2"/>
          <dgm:constr type="h" for="ch" forName="wedge7Tx" refType="h" fact="0.16"/>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h" for="ch" forName="arrowWedge3" refType="w" fact="0.08"/>
          <dgm:constr type="diam" for="ch" forName="arrowWedge3" refType="w" fact="0.84"/>
          <dgm:constr type="l" for="ch" forName="arrowWedge3" refType="w" fact="0.5"/>
          <dgm:constr type="t" for="ch" forName="arrowWedge3" refType="w" fact="0.5"/>
          <dgm:constr type="h" for="ch" forName="arrowWedge4" refType="w" fact="0.08"/>
          <dgm:constr type="diam" for="ch" forName="arrowWedge4" refType="w" fact="0.84"/>
          <dgm:constr type="l" for="ch" forName="arrowWedge4" refType="w" fact="0.5"/>
          <dgm:constr type="t" for="ch" forName="arrowWedge4" refType="w" fact="0.5"/>
          <dgm:constr type="h" for="ch" forName="arrowWedge5" refType="w" fact="0.08"/>
          <dgm:constr type="diam" for="ch" forName="arrowWedge5" refType="w" fact="0.84"/>
          <dgm:constr type="l" for="ch" forName="arrowWedge5" refType="w" fact="0.5"/>
          <dgm:constr type="t" for="ch" forName="arrowWedge5" refType="w" fact="0.5"/>
          <dgm:constr type="h" for="ch" forName="arrowWedge6" refType="w" fact="0.08"/>
          <dgm:constr type="diam" for="ch" forName="arrowWedge6" refType="w" fact="0.84"/>
          <dgm:constr type="l" for="ch" forName="arrowWedge6" refType="w" fact="0.5"/>
          <dgm:constr type="t" for="ch" forName="arrowWedge6" refType="w" fact="0.5"/>
          <dgm:constr type="h" for="ch" forName="arrowWedge7" refType="w" fact="0.08"/>
          <dgm:constr type="diam" for="ch" forName="arrowWedge7" refType="w" fact="0.84"/>
          <dgm:constr type="l" for="ch" forName="arrowWedge7" refType="w" fact="0.5"/>
          <dgm:constr type="t" for="ch" forName="arrowWedge7" refType="w" fact="0.5"/>
          <dgm:constr type="primFontSz" for="ch" ptType="node" op="equ"/>
        </dgm:constrLst>
      </dgm:else>
    </dgm:choose>
    <dgm:ruleLst/>
    <dgm:choose name="Name8">
      <dgm:if name="Name9" axis="ch" ptType="node" func="cnt" op="gte" val="1">
        <dgm:layoutNode name="wedge1">
          <dgm:alg type="sp"/>
          <dgm:choose name="Name10">
            <dgm:if name="Name11" axis="ch" ptType="node" func="cnt" op="equ" val="1">
              <dgm:shape xmlns:r="http://schemas.openxmlformats.org/officeDocument/2006/relationships" type="ellipse" r:blip="">
                <dgm:adjLst/>
              </dgm:shape>
            </dgm:if>
            <dgm:if name="Name12" axis="ch" ptType="node" func="cnt" op="equ" val="2">
              <dgm:shape xmlns:r="http://schemas.openxmlformats.org/officeDocument/2006/relationships" type="pie" r:blip="">
                <dgm:adjLst>
                  <dgm:adj idx="1" val="270"/>
                  <dgm:adj idx="2" val="90"/>
                </dgm:adjLst>
              </dgm:shape>
            </dgm:if>
            <dgm:if name="Name13" axis="ch" ptType="node" func="cnt" op="equ" val="3">
              <dgm:shape xmlns:r="http://schemas.openxmlformats.org/officeDocument/2006/relationships" type="pie" r:blip="">
                <dgm:adjLst>
                  <dgm:adj idx="1" val="270"/>
                  <dgm:adj idx="2" val="30"/>
                </dgm:adjLst>
              </dgm:shape>
            </dgm:if>
            <dgm:if name="Name14" axis="ch" ptType="node" func="cnt" op="equ" val="4">
              <dgm:shape xmlns:r="http://schemas.openxmlformats.org/officeDocument/2006/relationships" type="pie" r:blip="">
                <dgm:adjLst>
                  <dgm:adj idx="1" val="270"/>
                  <dgm:adj idx="2" val="0"/>
                </dgm:adjLst>
              </dgm:shape>
            </dgm:if>
            <dgm:if name="Name15" axis="ch" ptType="node" func="cnt" op="equ" val="5">
              <dgm:shape xmlns:r="http://schemas.openxmlformats.org/officeDocument/2006/relationships" type="pie" r:blip="">
                <dgm:adjLst>
                  <dgm:adj idx="1" val="270"/>
                  <dgm:adj idx="2" val="342"/>
                </dgm:adjLst>
              </dgm:shape>
            </dgm:if>
            <dgm:if name="Name16" axis="ch" ptType="node" func="cnt" op="equ" val="6">
              <dgm:shape xmlns:r="http://schemas.openxmlformats.org/officeDocument/2006/relationships" type="pie" r:blip="">
                <dgm:adjLst>
                  <dgm:adj idx="1" val="270"/>
                  <dgm:adj idx="2" val="330"/>
                </dgm:adjLst>
              </dgm:shape>
            </dgm:if>
            <dgm:else name="Name17">
              <dgm:shape xmlns:r="http://schemas.openxmlformats.org/officeDocument/2006/relationships" type="pie" r:blip="">
                <dgm:adjLst>
                  <dgm:adj idx="1" val="270"/>
                  <dgm:adj idx="2" val="321.4286"/>
                </dgm:adjLst>
              </dgm:shape>
            </dgm:else>
          </dgm:choose>
          <dgm:choose name="Name18">
            <dgm:if name="Name19" func="var" arg="dir" op="equ" val="norm">
              <dgm:presOf axis="ch desOrSelf" ptType="node node" st="1 1" cnt="1 0"/>
            </dgm:if>
            <dgm:else name="Name20">
              <dgm:choose name="Name21">
                <dgm:if name="Name22" axis="ch" ptType="node" func="cnt" op="equ" val="1">
                  <dgm:presOf axis="ch desOrSelf" ptType="node node" st="1 1" cnt="1 0"/>
                </dgm:if>
                <dgm:if name="Name23" axis="ch" ptType="node" func="cnt" op="equ" val="2">
                  <dgm:presOf axis="ch desOrSelf" ptType="node node" st="2 1" cnt="1 0"/>
                </dgm:if>
                <dgm:if name="Name24" axis="ch" ptType="node" func="cnt" op="equ" val="3">
                  <dgm:presOf axis="ch desOrSelf" ptType="node node" st="3 1" cnt="1 0"/>
                </dgm:if>
                <dgm:if name="Name25" axis="ch" ptType="node" func="cnt" op="equ" val="4">
                  <dgm:presOf axis="ch desOrSelf" ptType="node node" st="4 1" cnt="1 0"/>
                </dgm:if>
                <dgm:if name="Name26" axis="ch" ptType="node" func="cnt" op="equ" val="5">
                  <dgm:presOf axis="ch desOrSelf" ptType="node node" st="5 1" cnt="1 0"/>
                </dgm:if>
                <dgm:if name="Name27" axis="ch" ptType="node" func="cnt" op="equ" val="6">
                  <dgm:presOf axis="ch desOrSelf" ptType="node node" st="6 1" cnt="1 0"/>
                </dgm:if>
                <dgm:else name="Name28">
                  <dgm:presOf axis="ch desOrSelf" ptType="node node" st="7 1" cnt="1 0"/>
                </dgm:else>
              </dgm:choose>
            </dgm:else>
          </dgm:choose>
          <dgm:constrLst/>
          <dgm:ruleLst/>
        </dgm:layoutNode>
        <dgm:layoutNode name="dummy1a" moveWith="wedge1">
          <dgm:alg type="sp"/>
          <dgm:shape xmlns:r="http://schemas.openxmlformats.org/officeDocument/2006/relationships" r:blip="">
            <dgm:adjLst/>
          </dgm:shape>
          <dgm:presOf/>
          <dgm:constrLst>
            <dgm:constr type="w" val="1"/>
            <dgm:constr type="h" val="1"/>
          </dgm:constrLst>
          <dgm:ruleLst/>
        </dgm:layoutNode>
        <dgm:layoutNode name="dummy1b" moveWith="wedge1">
          <dgm:alg type="sp"/>
          <dgm:shape xmlns:r="http://schemas.openxmlformats.org/officeDocument/2006/relationships" r:blip="">
            <dgm:adjLst/>
          </dgm:shape>
          <dgm:presOf/>
          <dgm:constrLst>
            <dgm:constr type="w" val="1"/>
            <dgm:constr type="h" val="1"/>
          </dgm:constrLst>
          <dgm:ruleLst/>
        </dgm:layoutNode>
        <dgm:layoutNode name="wedge1Tx" moveWith="wedge1">
          <dgm:varLst>
            <dgm:chMax val="0"/>
            <dgm:chPref val="0"/>
            <dgm:bulletEnabled val="1"/>
          </dgm:varLst>
          <dgm:alg type="tx"/>
          <dgm:shape xmlns:r="http://schemas.openxmlformats.org/officeDocument/2006/relationships" type="rect" r:blip="" hideGeom="1">
            <dgm:adjLst/>
          </dgm:shape>
          <dgm:choose name="Name29">
            <dgm:if name="Name30" func="var" arg="dir" op="equ" val="norm">
              <dgm:presOf axis="ch desOrSelf" ptType="node node" st="1 1" cnt="1 0"/>
            </dgm:if>
            <dgm:else name="Name31">
              <dgm:choose name="Name32">
                <dgm:if name="Name33" axis="ch" ptType="node" func="cnt" op="equ" val="1">
                  <dgm:presOf axis="ch desOrSelf" ptType="node node" st="1 1" cnt="1 0"/>
                </dgm:if>
                <dgm:if name="Name34" axis="ch" ptType="node" func="cnt" op="equ" val="2">
                  <dgm:presOf axis="ch desOrSelf" ptType="node node" st="2 1" cnt="1 0"/>
                </dgm:if>
                <dgm:if name="Name35" axis="ch" ptType="node" func="cnt" op="equ" val="3">
                  <dgm:presOf axis="ch desOrSelf" ptType="node node" st="3 1" cnt="1 0"/>
                </dgm:if>
                <dgm:if name="Name36" axis="ch" ptType="node" func="cnt" op="equ" val="4">
                  <dgm:presOf axis="ch desOrSelf" ptType="node node" st="4 1" cnt="1 0"/>
                </dgm:if>
                <dgm:if name="Name37" axis="ch" ptType="node" func="cnt" op="equ" val="5">
                  <dgm:presOf axis="ch desOrSelf" ptType="node node" st="5 1" cnt="1 0"/>
                </dgm:if>
                <dgm:if name="Name38" axis="ch" ptType="node" func="cnt" op="equ" val="6">
                  <dgm:presOf axis="ch desOrSelf" ptType="node node" st="6 1" cnt="1 0"/>
                </dgm:if>
                <dgm:else name="Name39">
                  <dgm:presOf axis="ch desOrSelf" ptType="node node" st="7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40"/>
    </dgm:choose>
    <dgm:choose name="Name41">
      <dgm:if name="Name42" axis="ch" ptType="node" func="cnt" op="gte" val="2">
        <dgm:layoutNode name="wedge2">
          <dgm:alg type="sp"/>
          <dgm:choose name="Name43">
            <dgm:if name="Name44" axis="ch" ptType="node" func="cnt" op="equ" val="2">
              <dgm:shape xmlns:r="http://schemas.openxmlformats.org/officeDocument/2006/relationships" type="pie" r:blip="">
                <dgm:adjLst>
                  <dgm:adj idx="1" val="90"/>
                  <dgm:adj idx="2" val="270"/>
                </dgm:adjLst>
              </dgm:shape>
            </dgm:if>
            <dgm:if name="Name45" axis="ch" ptType="node" func="cnt" op="equ" val="3">
              <dgm:shape xmlns:r="http://schemas.openxmlformats.org/officeDocument/2006/relationships" type="pie" r:blip="">
                <dgm:adjLst>
                  <dgm:adj idx="1" val="30"/>
                  <dgm:adj idx="2" val="150"/>
                </dgm:adjLst>
              </dgm:shape>
            </dgm:if>
            <dgm:if name="Name46" axis="ch" ptType="node" func="cnt" op="equ" val="4">
              <dgm:shape xmlns:r="http://schemas.openxmlformats.org/officeDocument/2006/relationships" type="pie" r:blip="">
                <dgm:adjLst>
                  <dgm:adj idx="1" val="0"/>
                  <dgm:adj idx="2" val="90"/>
                </dgm:adjLst>
              </dgm:shape>
            </dgm:if>
            <dgm:if name="Name47" axis="ch" ptType="node" func="cnt" op="equ" val="5">
              <dgm:shape xmlns:r="http://schemas.openxmlformats.org/officeDocument/2006/relationships" type="pie" r:blip="">
                <dgm:adjLst>
                  <dgm:adj idx="1" val="342"/>
                  <dgm:adj idx="2" val="54"/>
                </dgm:adjLst>
              </dgm:shape>
            </dgm:if>
            <dgm:if name="Name48" axis="ch" ptType="node" func="cnt" op="equ" val="6">
              <dgm:shape xmlns:r="http://schemas.openxmlformats.org/officeDocument/2006/relationships" type="pie" r:blip="">
                <dgm:adjLst>
                  <dgm:adj idx="1" val="330"/>
                  <dgm:adj idx="2" val="30"/>
                </dgm:adjLst>
              </dgm:shape>
            </dgm:if>
            <dgm:else name="Name49">
              <dgm:shape xmlns:r="http://schemas.openxmlformats.org/officeDocument/2006/relationships" type="pie" r:blip="">
                <dgm:adjLst>
                  <dgm:adj idx="1" val="321.4286"/>
                  <dgm:adj idx="2" val="12.85714"/>
                </dgm:adjLst>
              </dgm:shape>
            </dgm:else>
          </dgm:choose>
          <dgm:choose name="Name50">
            <dgm:if name="Name51" func="var" arg="dir" op="equ" val="norm">
              <dgm:presOf axis="ch desOrSelf" ptType="node node" st="2 1" cnt="1 0"/>
            </dgm:if>
            <dgm:else name="Name52">
              <dgm:choose name="Name53">
                <dgm:if name="Name54" axis="ch" ptType="node" func="cnt" op="equ" val="2">
                  <dgm:presOf axis="ch desOrSelf" ptType="node node" st="1 1" cnt="1 0"/>
                </dgm:if>
                <dgm:if name="Name55" axis="ch" ptType="node" func="cnt" op="equ" val="3">
                  <dgm:presOf axis="ch desOrSelf" ptType="node node" st="2 1" cnt="1 0"/>
                </dgm:if>
                <dgm:if name="Name56" axis="ch" ptType="node" func="cnt" op="equ" val="4">
                  <dgm:presOf axis="ch desOrSelf" ptType="node node" st="3 1" cnt="1 0"/>
                </dgm:if>
                <dgm:if name="Name57" axis="ch" ptType="node" func="cnt" op="equ" val="5">
                  <dgm:presOf axis="ch desOrSelf" ptType="node node" st="4 1" cnt="1 0"/>
                </dgm:if>
                <dgm:if name="Name58" axis="ch" ptType="node" func="cnt" op="equ" val="6">
                  <dgm:presOf axis="ch desOrSelf" ptType="node node" st="5 1" cnt="1 0"/>
                </dgm:if>
                <dgm:else name="Name59">
                  <dgm:presOf axis="ch desOrSelf" ptType="node node" st="6 1" cnt="1 0"/>
                </dgm:else>
              </dgm:choose>
            </dgm:else>
          </dgm:choose>
          <dgm:constrLst/>
          <dgm:ruleLst/>
        </dgm:layoutNode>
        <dgm:layoutNode name="dummy2a" moveWith="wedge2">
          <dgm:alg type="sp"/>
          <dgm:shape xmlns:r="http://schemas.openxmlformats.org/officeDocument/2006/relationships" r:blip="">
            <dgm:adjLst/>
          </dgm:shape>
          <dgm:presOf/>
          <dgm:constrLst>
            <dgm:constr type="w" val="1"/>
            <dgm:constr type="h" val="1"/>
          </dgm:constrLst>
          <dgm:ruleLst/>
        </dgm:layoutNode>
        <dgm:layoutNode name="dummy2b" moveWith="wedge2">
          <dgm:alg type="sp"/>
          <dgm:shape xmlns:r="http://schemas.openxmlformats.org/officeDocument/2006/relationships" r:blip="">
            <dgm:adjLst/>
          </dgm:shape>
          <dgm:presOf/>
          <dgm:constrLst>
            <dgm:constr type="w" val="1"/>
            <dgm:constr type="h" val="1"/>
          </dgm:constrLst>
          <dgm:ruleLst/>
        </dgm:layoutNode>
        <dgm:layoutNode name="wedge2Tx" moveWith="wedge2">
          <dgm:varLst>
            <dgm:chMax val="0"/>
            <dgm:chPref val="0"/>
            <dgm:bulletEnabled val="1"/>
          </dgm:varLst>
          <dgm:alg type="tx"/>
          <dgm:shape xmlns:r="http://schemas.openxmlformats.org/officeDocument/2006/relationships" type="rect" r:blip="" hideGeom="1">
            <dgm:adjLst/>
          </dgm:shape>
          <dgm:choose name="Name60">
            <dgm:if name="Name61" func="var" arg="dir" op="equ" val="norm">
              <dgm:presOf axis="ch desOrSelf" ptType="node node" st="2 1" cnt="1 0"/>
            </dgm:if>
            <dgm:else name="Name62">
              <dgm:choose name="Name63">
                <dgm:if name="Name64" axis="ch" ptType="node" func="cnt" op="equ" val="2">
                  <dgm:presOf axis="ch desOrSelf" ptType="node node" st="1 1" cnt="1 0"/>
                </dgm:if>
                <dgm:if name="Name65" axis="ch" ptType="node" func="cnt" op="equ" val="3">
                  <dgm:presOf axis="ch desOrSelf" ptType="node node" st="2 1" cnt="1 0"/>
                </dgm:if>
                <dgm:if name="Name66" axis="ch" ptType="node" func="cnt" op="equ" val="4">
                  <dgm:presOf axis="ch desOrSelf" ptType="node node" st="3 1" cnt="1 0"/>
                </dgm:if>
                <dgm:if name="Name67" axis="ch" ptType="node" func="cnt" op="equ" val="5">
                  <dgm:presOf axis="ch desOrSelf" ptType="node node" st="4 1" cnt="1 0"/>
                </dgm:if>
                <dgm:if name="Name68" axis="ch" ptType="node" func="cnt" op="equ" val="6">
                  <dgm:presOf axis="ch desOrSelf" ptType="node node" st="5 1" cnt="1 0"/>
                </dgm:if>
                <dgm:else name="Name69">
                  <dgm:presOf axis="ch desOrSelf" ptType="node node" st="6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70"/>
    </dgm:choose>
    <dgm:choose name="Name71">
      <dgm:if name="Name72" axis="ch" ptType="node" func="cnt" op="gte" val="3">
        <dgm:layoutNode name="wedge3">
          <dgm:alg type="sp"/>
          <dgm:choose name="Name73">
            <dgm:if name="Name74" axis="ch" ptType="node" func="cnt" op="equ" val="3">
              <dgm:shape xmlns:r="http://schemas.openxmlformats.org/officeDocument/2006/relationships" type="pie" r:blip="">
                <dgm:adjLst>
                  <dgm:adj idx="1" val="150"/>
                  <dgm:adj idx="2" val="270"/>
                </dgm:adjLst>
              </dgm:shape>
            </dgm:if>
            <dgm:if name="Name75" axis="ch" ptType="node" func="cnt" op="equ" val="4">
              <dgm:shape xmlns:r="http://schemas.openxmlformats.org/officeDocument/2006/relationships" type="pie" r:blip="">
                <dgm:adjLst>
                  <dgm:adj idx="1" val="90"/>
                  <dgm:adj idx="2" val="180"/>
                </dgm:adjLst>
              </dgm:shape>
            </dgm:if>
            <dgm:if name="Name76" axis="ch" ptType="node" func="cnt" op="equ" val="5">
              <dgm:shape xmlns:r="http://schemas.openxmlformats.org/officeDocument/2006/relationships" type="pie" r:blip="">
                <dgm:adjLst>
                  <dgm:adj idx="1" val="54"/>
                  <dgm:adj idx="2" val="126"/>
                </dgm:adjLst>
              </dgm:shape>
            </dgm:if>
            <dgm:if name="Name77" axis="ch" ptType="node" func="cnt" op="equ" val="6">
              <dgm:shape xmlns:r="http://schemas.openxmlformats.org/officeDocument/2006/relationships" type="pie" r:blip="">
                <dgm:adjLst>
                  <dgm:adj idx="1" val="30"/>
                  <dgm:adj idx="2" val="90"/>
                </dgm:adjLst>
              </dgm:shape>
            </dgm:if>
            <dgm:else name="Name78">
              <dgm:shape xmlns:r="http://schemas.openxmlformats.org/officeDocument/2006/relationships" type="pie" r:blip="">
                <dgm:adjLst>
                  <dgm:adj idx="1" val="12.85714"/>
                  <dgm:adj idx="2" val="64.28571"/>
                </dgm:adjLst>
              </dgm:shape>
            </dgm:else>
          </dgm:choose>
          <dgm:choose name="Name79">
            <dgm:if name="Name80" func="var" arg="dir" op="equ" val="norm">
              <dgm:presOf axis="ch desOrSelf" ptType="node node" st="3 1" cnt="1 0"/>
            </dgm:if>
            <dgm:else name="Name81">
              <dgm:choose name="Name82">
                <dgm:if name="Name83" axis="ch" ptType="node" func="cnt" op="equ" val="3">
                  <dgm:presOf axis="ch desOrSelf" ptType="node node" st="1 1" cnt="1 0"/>
                </dgm:if>
                <dgm:if name="Name84" axis="ch" ptType="node" func="cnt" op="equ" val="4">
                  <dgm:presOf axis="ch desOrSelf" ptType="node node" st="2 1" cnt="1 0"/>
                </dgm:if>
                <dgm:if name="Name85" axis="ch" ptType="node" func="cnt" op="equ" val="5">
                  <dgm:presOf axis="ch desOrSelf" ptType="node node" st="3 1" cnt="1 0"/>
                </dgm:if>
                <dgm:if name="Name86" axis="ch" ptType="node" func="cnt" op="equ" val="6">
                  <dgm:presOf axis="ch desOrSelf" ptType="node node" st="4 1" cnt="1 0"/>
                </dgm:if>
                <dgm:else name="Name87">
                  <dgm:presOf axis="ch desOrSelf" ptType="node node" st="5 1" cnt="1 0"/>
                </dgm:else>
              </dgm:choose>
            </dgm:else>
          </dgm:choose>
          <dgm:constrLst/>
          <dgm:ruleLst/>
        </dgm:layoutNode>
        <dgm:layoutNode name="dummy3a" moveWith="wedge3">
          <dgm:alg type="sp"/>
          <dgm:shape xmlns:r="http://schemas.openxmlformats.org/officeDocument/2006/relationships" r:blip="">
            <dgm:adjLst/>
          </dgm:shape>
          <dgm:presOf/>
          <dgm:constrLst>
            <dgm:constr type="w" val="1"/>
            <dgm:constr type="h" val="1"/>
          </dgm:constrLst>
          <dgm:ruleLst/>
        </dgm:layoutNode>
        <dgm:layoutNode name="dummy3b" moveWith="wedge3">
          <dgm:alg type="sp"/>
          <dgm:shape xmlns:r="http://schemas.openxmlformats.org/officeDocument/2006/relationships" r:blip="">
            <dgm:adjLst/>
          </dgm:shape>
          <dgm:presOf/>
          <dgm:constrLst>
            <dgm:constr type="w" val="1"/>
            <dgm:constr type="h" val="1"/>
          </dgm:constrLst>
          <dgm:ruleLst/>
        </dgm:layoutNode>
        <dgm:layoutNode name="wedge3Tx" moveWith="wedge3">
          <dgm:varLst>
            <dgm:chMax val="0"/>
            <dgm:chPref val="0"/>
            <dgm:bulletEnabled val="1"/>
          </dgm:varLst>
          <dgm:alg type="tx"/>
          <dgm:shape xmlns:r="http://schemas.openxmlformats.org/officeDocument/2006/relationships" type="rect" r:blip="" hideGeom="1">
            <dgm:adjLst/>
          </dgm:shape>
          <dgm:choose name="Name88">
            <dgm:if name="Name89" func="var" arg="dir" op="equ" val="norm">
              <dgm:presOf axis="ch desOrSelf" ptType="node node" st="3 1" cnt="1 0"/>
            </dgm:if>
            <dgm:else name="Name90">
              <dgm:choose name="Name91">
                <dgm:if name="Name92" axis="ch" ptType="node" func="cnt" op="equ" val="3">
                  <dgm:presOf axis="ch desOrSelf" ptType="node node" st="1 1" cnt="1 0"/>
                </dgm:if>
                <dgm:if name="Name93" axis="ch" ptType="node" func="cnt" op="equ" val="4">
                  <dgm:presOf axis="ch desOrSelf" ptType="node node" st="2 1" cnt="1 0"/>
                </dgm:if>
                <dgm:if name="Name94" axis="ch" ptType="node" func="cnt" op="equ" val="5">
                  <dgm:presOf axis="ch desOrSelf" ptType="node node" st="3 1" cnt="1 0"/>
                </dgm:if>
                <dgm:if name="Name95" axis="ch" ptType="node" func="cnt" op="equ" val="6">
                  <dgm:presOf axis="ch desOrSelf" ptType="node node" st="4 1" cnt="1 0"/>
                </dgm:if>
                <dgm:else name="Name96">
                  <dgm:presOf axis="ch desOrSelf" ptType="node node" st="5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97"/>
    </dgm:choose>
    <dgm:choose name="Name98">
      <dgm:if name="Name99" axis="ch" ptType="node" func="cnt" op="gte" val="4">
        <dgm:layoutNode name="wedge4">
          <dgm:alg type="sp"/>
          <dgm:choose name="Name100">
            <dgm:if name="Name101" axis="ch" ptType="node" func="cnt" op="equ" val="4">
              <dgm:shape xmlns:r="http://schemas.openxmlformats.org/officeDocument/2006/relationships" type="pie" r:blip="">
                <dgm:adjLst>
                  <dgm:adj idx="1" val="180"/>
                  <dgm:adj idx="2" val="270"/>
                </dgm:adjLst>
              </dgm:shape>
            </dgm:if>
            <dgm:if name="Name102" axis="ch" ptType="node" func="cnt" op="equ" val="5">
              <dgm:shape xmlns:r="http://schemas.openxmlformats.org/officeDocument/2006/relationships" type="pie" r:blip="">
                <dgm:adjLst>
                  <dgm:adj idx="1" val="126"/>
                  <dgm:adj idx="2" val="198"/>
                </dgm:adjLst>
              </dgm:shape>
            </dgm:if>
            <dgm:if name="Name103" axis="ch" ptType="node" func="cnt" op="equ" val="6">
              <dgm:shape xmlns:r="http://schemas.openxmlformats.org/officeDocument/2006/relationships" type="pie" r:blip="">
                <dgm:adjLst>
                  <dgm:adj idx="1" val="90"/>
                  <dgm:adj idx="2" val="150"/>
                </dgm:adjLst>
              </dgm:shape>
            </dgm:if>
            <dgm:else name="Name104">
              <dgm:shape xmlns:r="http://schemas.openxmlformats.org/officeDocument/2006/relationships" type="pie" r:blip="">
                <dgm:adjLst>
                  <dgm:adj idx="1" val="64.2871"/>
                  <dgm:adj idx="2" val="115.7143"/>
                </dgm:adjLst>
              </dgm:shape>
            </dgm:else>
          </dgm:choose>
          <dgm:choose name="Name105">
            <dgm:if name="Name106" func="var" arg="dir" op="equ" val="norm">
              <dgm:presOf axis="ch desOrSelf" ptType="node node" st="4 1" cnt="1 0"/>
            </dgm:if>
            <dgm:else name="Name107">
              <dgm:choose name="Name108">
                <dgm:if name="Name109" axis="ch" ptType="node" func="cnt" op="equ" val="4">
                  <dgm:presOf axis="ch desOrSelf" ptType="node node" st="1 1" cnt="1 0"/>
                </dgm:if>
                <dgm:if name="Name110" axis="ch" ptType="node" func="cnt" op="equ" val="5">
                  <dgm:presOf axis="ch desOrSelf" ptType="node node" st="2 1" cnt="1 0"/>
                </dgm:if>
                <dgm:if name="Name111" axis="ch" ptType="node" func="cnt" op="equ" val="6">
                  <dgm:presOf axis="ch desOrSelf" ptType="node node" st="3 1" cnt="1 0"/>
                </dgm:if>
                <dgm:else name="Name112">
                  <dgm:presOf axis="ch desOrSelf" ptType="node node" st="4 1" cnt="1 0"/>
                </dgm:else>
              </dgm:choose>
            </dgm:else>
          </dgm:choose>
          <dgm:constrLst/>
          <dgm:ruleLst/>
        </dgm:layoutNode>
        <dgm:layoutNode name="dummy4a" moveWith="wedge4">
          <dgm:alg type="sp"/>
          <dgm:shape xmlns:r="http://schemas.openxmlformats.org/officeDocument/2006/relationships" r:blip="">
            <dgm:adjLst/>
          </dgm:shape>
          <dgm:presOf/>
          <dgm:constrLst>
            <dgm:constr type="w" val="1"/>
            <dgm:constr type="h" val="1"/>
          </dgm:constrLst>
          <dgm:ruleLst/>
        </dgm:layoutNode>
        <dgm:layoutNode name="dummy4b" moveWith="wedge4">
          <dgm:alg type="sp"/>
          <dgm:shape xmlns:r="http://schemas.openxmlformats.org/officeDocument/2006/relationships" r:blip="">
            <dgm:adjLst/>
          </dgm:shape>
          <dgm:presOf/>
          <dgm:constrLst>
            <dgm:constr type="w" val="1"/>
            <dgm:constr type="h" val="1"/>
          </dgm:constrLst>
          <dgm:ruleLst/>
        </dgm:layoutNode>
        <dgm:layoutNode name="wedge4Tx" moveWith="wedge4">
          <dgm:varLst>
            <dgm:chMax val="0"/>
            <dgm:chPref val="0"/>
            <dgm:bulletEnabled val="1"/>
          </dgm:varLst>
          <dgm:alg type="tx"/>
          <dgm:shape xmlns:r="http://schemas.openxmlformats.org/officeDocument/2006/relationships" type="rect" r:blip="" hideGeom="1">
            <dgm:adjLst/>
          </dgm:shape>
          <dgm:choose name="Name113">
            <dgm:if name="Name114" func="var" arg="dir" op="equ" val="norm">
              <dgm:presOf axis="ch desOrSelf" ptType="node node" st="4 1" cnt="1 0"/>
            </dgm:if>
            <dgm:else name="Name115">
              <dgm:choose name="Name116">
                <dgm:if name="Name117" axis="ch" ptType="node" func="cnt" op="equ" val="4">
                  <dgm:presOf axis="ch desOrSelf" ptType="node node" st="1 1" cnt="1 0"/>
                </dgm:if>
                <dgm:if name="Name118" axis="ch" ptType="node" func="cnt" op="equ" val="5">
                  <dgm:presOf axis="ch desOrSelf" ptType="node node" st="2 1" cnt="1 0"/>
                </dgm:if>
                <dgm:if name="Name119" axis="ch" ptType="node" func="cnt" op="equ" val="6">
                  <dgm:presOf axis="ch desOrSelf" ptType="node node" st="3 1" cnt="1 0"/>
                </dgm:if>
                <dgm:else name="Name120">
                  <dgm:presOf axis="ch desOrSelf" ptType="node node" st="4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21"/>
    </dgm:choose>
    <dgm:choose name="Name122">
      <dgm:if name="Name123" axis="ch" ptType="node" func="cnt" op="gte" val="5">
        <dgm:layoutNode name="wedge5">
          <dgm:alg type="sp"/>
          <dgm:choose name="Name124">
            <dgm:if name="Name125" axis="ch" ptType="node" func="cnt" op="equ" val="5">
              <dgm:shape xmlns:r="http://schemas.openxmlformats.org/officeDocument/2006/relationships" type="pie" r:blip="">
                <dgm:adjLst>
                  <dgm:adj idx="1" val="198"/>
                  <dgm:adj idx="2" val="270"/>
                </dgm:adjLst>
              </dgm:shape>
            </dgm:if>
            <dgm:if name="Name126" axis="ch" ptType="node" func="cnt" op="equ" val="6">
              <dgm:shape xmlns:r="http://schemas.openxmlformats.org/officeDocument/2006/relationships" type="pie" r:blip="">
                <dgm:adjLst>
                  <dgm:adj idx="1" val="150"/>
                  <dgm:adj idx="2" val="210"/>
                </dgm:adjLst>
              </dgm:shape>
            </dgm:if>
            <dgm:else name="Name127">
              <dgm:shape xmlns:r="http://schemas.openxmlformats.org/officeDocument/2006/relationships" type="pie" r:blip="">
                <dgm:adjLst>
                  <dgm:adj idx="1" val="115.7143"/>
                  <dgm:adj idx="2" val="167.1429"/>
                </dgm:adjLst>
              </dgm:shape>
            </dgm:else>
          </dgm:choose>
          <dgm:choose name="Name128">
            <dgm:if name="Name129" func="var" arg="dir" op="equ" val="norm">
              <dgm:presOf axis="ch desOrSelf" ptType="node node" st="5 1" cnt="1 0"/>
            </dgm:if>
            <dgm:else name="Name130">
              <dgm:choose name="Name131">
                <dgm:if name="Name132" axis="ch" ptType="node" func="cnt" op="equ" val="5">
                  <dgm:presOf axis="ch desOrSelf" ptType="node node" st="1 1" cnt="1 0"/>
                </dgm:if>
                <dgm:if name="Name133" axis="ch" ptType="node" func="cnt" op="equ" val="6">
                  <dgm:presOf axis="ch desOrSelf" ptType="node node" st="2 1" cnt="1 0"/>
                </dgm:if>
                <dgm:else name="Name134">
                  <dgm:presOf axis="ch desOrSelf" ptType="node node" st="3 1" cnt="1 0"/>
                </dgm:else>
              </dgm:choose>
            </dgm:else>
          </dgm:choose>
          <dgm:constrLst/>
          <dgm:ruleLst/>
        </dgm:layoutNode>
        <dgm:layoutNode name="dummy5a" moveWith="wedge5">
          <dgm:alg type="sp"/>
          <dgm:shape xmlns:r="http://schemas.openxmlformats.org/officeDocument/2006/relationships" r:blip="">
            <dgm:adjLst/>
          </dgm:shape>
          <dgm:presOf/>
          <dgm:constrLst>
            <dgm:constr type="w" val="1"/>
            <dgm:constr type="h" val="1"/>
          </dgm:constrLst>
          <dgm:ruleLst/>
        </dgm:layoutNode>
        <dgm:layoutNode name="dummy5b" moveWith="wedge5">
          <dgm:alg type="sp"/>
          <dgm:shape xmlns:r="http://schemas.openxmlformats.org/officeDocument/2006/relationships" r:blip="">
            <dgm:adjLst/>
          </dgm:shape>
          <dgm:presOf/>
          <dgm:constrLst>
            <dgm:constr type="w" val="1"/>
            <dgm:constr type="h" val="1"/>
          </dgm:constrLst>
          <dgm:ruleLst/>
        </dgm:layoutNode>
        <dgm:layoutNode name="wedge5Tx" moveWith="wedge5">
          <dgm:varLst>
            <dgm:chMax val="0"/>
            <dgm:chPref val="0"/>
            <dgm:bulletEnabled val="1"/>
          </dgm:varLst>
          <dgm:alg type="tx"/>
          <dgm:shape xmlns:r="http://schemas.openxmlformats.org/officeDocument/2006/relationships" type="rect" r:blip="" hideGeom="1">
            <dgm:adjLst/>
          </dgm:shape>
          <dgm:choose name="Name135">
            <dgm:if name="Name136" func="var" arg="dir" op="equ" val="norm">
              <dgm:presOf axis="ch desOrSelf" ptType="node node" st="5 1" cnt="1 0"/>
            </dgm:if>
            <dgm:else name="Name137">
              <dgm:choose name="Name138">
                <dgm:if name="Name139" axis="ch" ptType="node" func="cnt" op="equ" val="5">
                  <dgm:presOf axis="ch desOrSelf" ptType="node node" st="1 1" cnt="1 0"/>
                </dgm:if>
                <dgm:if name="Name140" axis="ch" ptType="node" func="cnt" op="equ" val="6">
                  <dgm:presOf axis="ch desOrSelf" ptType="node node" st="2 1" cnt="1 0"/>
                </dgm:if>
                <dgm:else name="Name141">
                  <dgm:presOf axis="ch desOrSelf" ptType="node node" st="3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42"/>
    </dgm:choose>
    <dgm:choose name="Name143">
      <dgm:if name="Name144" axis="ch" ptType="node" func="cnt" op="gte" val="6">
        <dgm:layoutNode name="wedge6">
          <dgm:alg type="sp"/>
          <dgm:choose name="Name145">
            <dgm:if name="Name146" axis="ch" ptType="node" func="cnt" op="equ" val="6">
              <dgm:shape xmlns:r="http://schemas.openxmlformats.org/officeDocument/2006/relationships" type="pie" r:blip="">
                <dgm:adjLst>
                  <dgm:adj idx="1" val="210"/>
                  <dgm:adj idx="2" val="270"/>
                </dgm:adjLst>
              </dgm:shape>
            </dgm:if>
            <dgm:else name="Name147">
              <dgm:shape xmlns:r="http://schemas.openxmlformats.org/officeDocument/2006/relationships" type="pie" r:blip="">
                <dgm:adjLst>
                  <dgm:adj idx="1" val="167.1429"/>
                  <dgm:adj idx="2" val="218.5714"/>
                </dgm:adjLst>
              </dgm:shape>
            </dgm:else>
          </dgm:choose>
          <dgm:choose name="Name148">
            <dgm:if name="Name149" func="var" arg="dir" op="equ" val="norm">
              <dgm:presOf axis="ch desOrSelf" ptType="node node" st="6 1" cnt="1 0"/>
            </dgm:if>
            <dgm:else name="Name150">
              <dgm:choose name="Name151">
                <dgm:if name="Name152" axis="ch" ptType="node" func="cnt" op="equ" val="6">
                  <dgm:presOf axis="ch desOrSelf" ptType="node node" st="1 1" cnt="1 0"/>
                </dgm:if>
                <dgm:else name="Name153">
                  <dgm:presOf axis="ch desOrSelf" ptType="node node" st="2 1" cnt="1 0"/>
                </dgm:else>
              </dgm:choose>
            </dgm:else>
          </dgm:choose>
          <dgm:constrLst/>
          <dgm:ruleLst/>
        </dgm:layoutNode>
        <dgm:layoutNode name="dummy6a" moveWith="wedge6">
          <dgm:alg type="sp"/>
          <dgm:shape xmlns:r="http://schemas.openxmlformats.org/officeDocument/2006/relationships" r:blip="">
            <dgm:adjLst/>
          </dgm:shape>
          <dgm:presOf/>
          <dgm:constrLst>
            <dgm:constr type="w" val="1"/>
            <dgm:constr type="h" val="1"/>
          </dgm:constrLst>
          <dgm:ruleLst/>
        </dgm:layoutNode>
        <dgm:layoutNode name="dummy6b" moveWith="wedge6">
          <dgm:alg type="sp"/>
          <dgm:shape xmlns:r="http://schemas.openxmlformats.org/officeDocument/2006/relationships" r:blip="">
            <dgm:adjLst/>
          </dgm:shape>
          <dgm:presOf/>
          <dgm:constrLst>
            <dgm:constr type="w" val="1"/>
            <dgm:constr type="h" val="1"/>
          </dgm:constrLst>
          <dgm:ruleLst/>
        </dgm:layoutNode>
        <dgm:layoutNode name="wedge6Tx" moveWith="wedge6">
          <dgm:varLst>
            <dgm:chMax val="0"/>
            <dgm:chPref val="0"/>
            <dgm:bulletEnabled val="1"/>
          </dgm:varLst>
          <dgm:alg type="tx"/>
          <dgm:shape xmlns:r="http://schemas.openxmlformats.org/officeDocument/2006/relationships" type="rect" r:blip="" hideGeom="1">
            <dgm:adjLst/>
          </dgm:shape>
          <dgm:choose name="Name154">
            <dgm:if name="Name155" func="var" arg="dir" op="equ" val="norm">
              <dgm:presOf axis="ch desOrSelf" ptType="node node" st="6 1" cnt="1 0"/>
            </dgm:if>
            <dgm:else name="Name156">
              <dgm:choose name="Name157">
                <dgm:if name="Name158" axis="ch" ptType="node" func="cnt" op="equ" val="6">
                  <dgm:presOf axis="ch desOrSelf" ptType="node node" st="1 1" cnt="1 0"/>
                </dgm:if>
                <dgm:else name="Name159">
                  <dgm:presOf axis="ch desOrSelf" ptType="node node" st="2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60"/>
    </dgm:choose>
    <dgm:choose name="Name161">
      <dgm:if name="Name162" axis="ch" ptType="node" func="cnt" op="gte" val="7">
        <dgm:layoutNode name="wedge7">
          <dgm:alg type="sp"/>
          <dgm:shape xmlns:r="http://schemas.openxmlformats.org/officeDocument/2006/relationships" type="pie" r:blip="">
            <dgm:adjLst>
              <dgm:adj idx="1" val="218.5714"/>
              <dgm:adj idx="2" val="270"/>
            </dgm:adjLst>
          </dgm:shape>
          <dgm:choose name="Name163">
            <dgm:if name="Name164" func="var" arg="dir" op="equ" val="norm">
              <dgm:presOf axis="ch desOrSelf" ptType="node node" st="7 1" cnt="1 0"/>
            </dgm:if>
            <dgm:else name="Name165">
              <dgm:presOf axis="ch desOrSelf" ptType="node node" st="1 1" cnt="1 0"/>
            </dgm:else>
          </dgm:choose>
          <dgm:constrLst/>
          <dgm:ruleLst/>
        </dgm:layoutNode>
        <dgm:layoutNode name="dummy7a" moveWith="wedge7">
          <dgm:alg type="sp"/>
          <dgm:shape xmlns:r="http://schemas.openxmlformats.org/officeDocument/2006/relationships" r:blip="">
            <dgm:adjLst/>
          </dgm:shape>
          <dgm:presOf/>
          <dgm:constrLst>
            <dgm:constr type="w" val="1"/>
            <dgm:constr type="h" val="1"/>
          </dgm:constrLst>
          <dgm:ruleLst/>
        </dgm:layoutNode>
        <dgm:layoutNode name="dummy7b" moveWith="wedge7">
          <dgm:alg type="sp"/>
          <dgm:shape xmlns:r="http://schemas.openxmlformats.org/officeDocument/2006/relationships" r:blip="">
            <dgm:adjLst/>
          </dgm:shape>
          <dgm:presOf/>
          <dgm:constrLst>
            <dgm:constr type="w" val="1"/>
            <dgm:constr type="h" val="1"/>
          </dgm:constrLst>
          <dgm:ruleLst/>
        </dgm:layoutNode>
        <dgm:layoutNode name="wedge7Tx" moveWith="wedge7">
          <dgm:varLst>
            <dgm:chMax val="0"/>
            <dgm:chPref val="0"/>
            <dgm:bulletEnabled val="1"/>
          </dgm:varLst>
          <dgm:alg type="tx"/>
          <dgm:shape xmlns:r="http://schemas.openxmlformats.org/officeDocument/2006/relationships" type="rect" r:blip="" hideGeom="1">
            <dgm:adjLst/>
          </dgm:shape>
          <dgm:choose name="Name166">
            <dgm:if name="Name167" func="var" arg="dir" op="equ" val="norm">
              <dgm:presOf axis="ch desOrSelf" ptType="node node" st="7 1" cnt="1 0"/>
            </dgm:if>
            <dgm:else name="Name168">
              <dgm:presOf axis="ch desOrSelf" ptType="node node" st="1 1" cnt="1 0"/>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69"/>
    </dgm:choose>
    <dgm:choose name="Name170">
      <dgm:if name="Name171" axis="ch" ptType="node" func="cnt" op="equ" val="1">
        <dgm:forEach name="Name172" axis="ch" ptType="sibTrans" hideLastTrans="0" cnt="1">
          <dgm:layoutNode name="arrowWedge1single" styleLbl="fgSibTrans2D1">
            <dgm:choose name="Name173">
              <dgm:if name="Name174" func="var" arg="dir" op="equ" val="norm">
                <dgm:alg type="conn">
                  <dgm:param type="connRout" val="longCurve"/>
                  <dgm:param type="srcNode" val="dummy1a"/>
                  <dgm:param type="dstNode" val="dummy1b"/>
                  <dgm:param type="begPts" val="tL"/>
                  <dgm:param type="endPts" val="tR"/>
                  <dgm:param type="begSty" val="arr"/>
                  <dgm:param type="endSty" val="noArr"/>
                </dgm:alg>
              </dgm:if>
              <dgm:else name="Name175">
                <dgm:alg type="conn">
                  <dgm:param type="connRout" val="longCurve"/>
                  <dgm:param type="srcNode" val="dummy1a"/>
                  <dgm:param type="dstNode" val="dummy1b"/>
                  <dgm:param type="begPts" val="tL"/>
                  <dgm:param type="endPts" val="tR"/>
                  <dgm:param type="begSty" val="noArr"/>
                  <dgm:param type="endSty" val="arr"/>
                </dgm:alg>
              </dgm:else>
            </dgm:choose>
            <dgm:shape xmlns:r="http://schemas.openxmlformats.org/officeDocument/2006/relationships" type="conn" r:blip="">
              <dgm:adjLst/>
            </dgm:shape>
            <dgm:presOf/>
            <dgm:constrLst>
              <dgm:constr type="w" val="1"/>
              <dgm:constr type="begPad"/>
              <dgm:constr type="endPad"/>
            </dgm:constrLst>
            <dgm:ruleLst/>
          </dgm:layoutNode>
        </dgm:forEach>
      </dgm:if>
      <dgm:if name="Name176" axis="ch" ptType="node" func="cnt" op="gte" val="2">
        <dgm:forEach name="Name177" axis="ch" ptType="sibTrans" hideLastTrans="0" cnt="1">
          <dgm:layoutNode name="arrowWedge1" styleLbl="fgSibTrans2D1">
            <dgm:choose name="Name178">
              <dgm:if name="Name179" func="var" arg="dir" op="equ" val="norm">
                <dgm:alg type="conn">
                  <dgm:param type="connRout" val="curve"/>
                  <dgm:param type="srcNode" val="dummy1a"/>
                  <dgm:param type="dstNode" val="dummy1b"/>
                  <dgm:param type="begPts" val="tL"/>
                  <dgm:param type="endPts" val="tL"/>
                  <dgm:param type="begSty" val="noArr"/>
                  <dgm:param type="endSty" val="arr"/>
                </dgm:alg>
              </dgm:if>
              <dgm:else name="Name180">
                <dgm:alg type="conn">
                  <dgm:param type="connRout" val="curve"/>
                  <dgm:param type="srcNode" val="dummy1a"/>
                  <dgm:param type="dstNode" val="dummy1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if>
      <dgm:else name="Name181"/>
    </dgm:choose>
    <dgm:forEach name="Name182" axis="ch" ptType="sibTrans" hideLastTrans="0" st="2" cnt="1">
      <dgm:layoutNode name="arrowWedge2" styleLbl="fgSibTrans2D1">
        <dgm:choose name="Name183">
          <dgm:if name="Name184" func="var" arg="dir" op="equ" val="norm">
            <dgm:alg type="conn">
              <dgm:param type="connRout" val="curve"/>
              <dgm:param type="srcNode" val="dummy2a"/>
              <dgm:param type="dstNode" val="dummy2b"/>
              <dgm:param type="begPts" val="tL"/>
              <dgm:param type="endPts" val="tL"/>
              <dgm:param type="begSty" val="noArr"/>
              <dgm:param type="endSty" val="arr"/>
            </dgm:alg>
          </dgm:if>
          <dgm:else name="Name185">
            <dgm:alg type="conn">
              <dgm:param type="connRout" val="curve"/>
              <dgm:param type="srcNode" val="dummy2a"/>
              <dgm:param type="dstNode" val="dummy2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forEach name="Name186" axis="ch" ptType="sibTrans" hideLastTrans="0" st="3" cnt="1">
      <dgm:layoutNode name="arrowWedge3" styleLbl="fgSibTrans2D1">
        <dgm:choose name="Name187">
          <dgm:if name="Name188" func="var" arg="dir" op="equ" val="norm">
            <dgm:alg type="conn">
              <dgm:param type="connRout" val="curve"/>
              <dgm:param type="srcNode" val="dummy3a"/>
              <dgm:param type="dstNode" val="dummy3b"/>
              <dgm:param type="begPts" val="tL"/>
              <dgm:param type="endPts" val="tL"/>
              <dgm:param type="begSty" val="noArr"/>
              <dgm:param type="endSty" val="arr"/>
            </dgm:alg>
          </dgm:if>
          <dgm:else name="Name189">
            <dgm:alg type="conn">
              <dgm:param type="connRout" val="curve"/>
              <dgm:param type="srcNode" val="dummy3a"/>
              <dgm:param type="dstNode" val="dummy3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forEach name="Name190" axis="ch" ptType="sibTrans" hideLastTrans="0" st="4" cnt="1">
      <dgm:layoutNode name="arrowWedge4" styleLbl="fgSibTrans2D1">
        <dgm:choose name="Name191">
          <dgm:if name="Name192" func="var" arg="dir" op="equ" val="norm">
            <dgm:alg type="conn">
              <dgm:param type="connRout" val="curve"/>
              <dgm:param type="srcNode" val="dummy4a"/>
              <dgm:param type="dstNode" val="dummy4b"/>
              <dgm:param type="begPts" val="tL"/>
              <dgm:param type="endPts" val="tL"/>
              <dgm:param type="begSty" val="noArr"/>
              <dgm:param type="endSty" val="arr"/>
            </dgm:alg>
          </dgm:if>
          <dgm:else name="Name193">
            <dgm:alg type="conn">
              <dgm:param type="connRout" val="curve"/>
              <dgm:param type="srcNode" val="dummy4a"/>
              <dgm:param type="dstNode" val="dummy4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forEach name="Name194" axis="ch" ptType="sibTrans" hideLastTrans="0" st="5" cnt="1">
      <dgm:layoutNode name="arrowWedge5" styleLbl="fgSibTrans2D1">
        <dgm:choose name="Name195">
          <dgm:if name="Name196" func="var" arg="dir" op="equ" val="norm">
            <dgm:alg type="conn">
              <dgm:param type="connRout" val="curve"/>
              <dgm:param type="srcNode" val="dummy5a"/>
              <dgm:param type="dstNode" val="dummy5b"/>
              <dgm:param type="begPts" val="tL"/>
              <dgm:param type="endPts" val="tL"/>
              <dgm:param type="begSty" val="noArr"/>
              <dgm:param type="endSty" val="arr"/>
            </dgm:alg>
          </dgm:if>
          <dgm:else name="Name197">
            <dgm:alg type="conn">
              <dgm:param type="connRout" val="curve"/>
              <dgm:param type="srcNode" val="dummy5a"/>
              <dgm:param type="dstNode" val="dummy5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forEach name="Name198" axis="ch" ptType="sibTrans" hideLastTrans="0" st="6" cnt="1">
      <dgm:layoutNode name="arrowWedge6" styleLbl="fgSibTrans2D1">
        <dgm:choose name="Name199">
          <dgm:if name="Name200" func="var" arg="dir" op="equ" val="norm">
            <dgm:alg type="conn">
              <dgm:param type="connRout" val="curve"/>
              <dgm:param type="srcNode" val="dummy6a"/>
              <dgm:param type="dstNode" val="dummy6b"/>
              <dgm:param type="begPts" val="tL"/>
              <dgm:param type="endPts" val="tL"/>
              <dgm:param type="begSty" val="noArr"/>
              <dgm:param type="endSty" val="arr"/>
            </dgm:alg>
          </dgm:if>
          <dgm:else name="Name201">
            <dgm:alg type="conn">
              <dgm:param type="connRout" val="curve"/>
              <dgm:param type="srcNode" val="dummy6a"/>
              <dgm:param type="dstNode" val="dummy6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forEach name="Name202" axis="ch" ptType="sibTrans" hideLastTrans="0" st="7" cnt="1">
      <dgm:layoutNode name="arrowWedge7" styleLbl="fgSibTrans2D1">
        <dgm:choose name="Name203">
          <dgm:if name="Name204" func="var" arg="dir" op="equ" val="norm">
            <dgm:alg type="conn">
              <dgm:param type="connRout" val="curve"/>
              <dgm:param type="srcNode" val="dummy7a"/>
              <dgm:param type="dstNode" val="dummy7b"/>
              <dgm:param type="begPts" val="tL"/>
              <dgm:param type="endPts" val="tL"/>
              <dgm:param type="begSty" val="noArr"/>
              <dgm:param type="endSty" val="arr"/>
            </dgm:alg>
          </dgm:if>
          <dgm:else name="Name205">
            <dgm:alg type="conn">
              <dgm:param type="connRout" val="curve"/>
              <dgm:param type="srcNode" val="dummy7a"/>
              <dgm:param type="dstNode" val="dummy7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layoutNode>
</dgm:layoutDef>
</file>

<file path=ppt/diagrams/layout2.xml><?xml version="1.0" encoding="utf-8"?>
<dgm:layoutDef xmlns:dgm="http://schemas.openxmlformats.org/drawingml/2006/diagram" xmlns:a="http://schemas.openxmlformats.org/drawingml/2006/main" uniqueId="urn:microsoft.com/office/officeart/2005/8/layout/cycle8">
  <dgm:title val=""/>
  <dgm:desc val=""/>
  <dgm:catLst>
    <dgm:cat type="cycle" pri="7000"/>
  </dgm:catLst>
  <dgm:sampData useDef="1">
    <dgm:dataModel>
      <dgm:ptLst/>
      <dgm:bg/>
      <dgm:whole/>
    </dgm:dataModel>
  </dgm:sampData>
  <dgm:styleData useDef="1">
    <dgm:dataModel>
      <dgm:ptLst/>
      <dgm:bg/>
      <dgm:whole/>
    </dgm:dataModel>
  </dgm:styleData>
  <dgm:clrData>
    <dgm:dataModel>
      <dgm:ptLst>
        <dgm:pt modelId="0" type="doc"/>
        <dgm:pt modelId="1"/>
        <dgm:pt modelId="2"/>
        <dgm:pt modelId="3"/>
        <dgm:pt modelId="4"/>
        <dgm:pt modelId="5"/>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clrData>
  <dgm:layoutNode name="compositeShape">
    <dgm:varLst>
      <dgm:chMax val="7"/>
      <dgm:dir/>
      <dgm:resizeHandles val="exact"/>
    </dgm:varLst>
    <dgm:alg type="composite">
      <dgm:param type="horzAlign" val="ctr"/>
      <dgm:param type="vertAlign" val="mid"/>
      <dgm:param type="ar" val="1"/>
    </dgm:alg>
    <dgm:shape xmlns:r="http://schemas.openxmlformats.org/officeDocument/2006/relationships" r:blip="">
      <dgm:adjLst/>
    </dgm:shape>
    <dgm:presOf/>
    <dgm:choose name="Name0">
      <dgm:if name="Name1" axis="ch" ptType="node" func="cnt" op="equ" val="1">
        <dgm:constrLst>
          <dgm:constr type="l" for="ch" forName="wedge1" refType="w" fact="0.08"/>
          <dgm:constr type="t" for="ch" forName="wedge1" refType="w" fact="0.08"/>
          <dgm:constr type="w" for="ch" forName="wedge1" refType="w" fact="0.84"/>
          <dgm:constr type="h" for="ch" forName="wedge1" refType="h" fact="0.84"/>
          <dgm:constr type="l" for="ch" forName="dummy1a" refType="w" fact="0.5"/>
          <dgm:constr type="t" for="ch" forName="dummy1a" refType="h" fact="0.08"/>
          <dgm:constr type="l" for="ch" forName="dummy1b" refType="w" fact="0.5"/>
          <dgm:constr type="t" for="ch" forName="dummy1b" refType="h" fact="0.08"/>
          <dgm:constr type="l" for="ch" forName="wedge1Tx" refType="w" fact="0.22"/>
          <dgm:constr type="t" for="ch" forName="wedge1Tx" refType="h" fact="0.22"/>
          <dgm:constr type="w" for="ch" forName="wedge1Tx" refType="w" fact="0.56"/>
          <dgm:constr type="h" for="ch" forName="wedge1Tx" refType="h" fact="0.56"/>
          <dgm:constr type="h" for="ch" forName="arrowWedge1single" refType="w" fact="0.08"/>
          <dgm:constr type="diam" for="ch" forName="arrowWedge1single" refType="w" fact="0.84"/>
          <dgm:constr type="l" for="ch" forName="arrowWedge1single" refType="w" fact="0.5"/>
          <dgm:constr type="t" for="ch" forName="arrowWedge1single" refType="w" fact="0.5"/>
          <dgm:constr type="primFontSz" for="ch" ptType="node" op="equ"/>
        </dgm:constrLst>
      </dgm:if>
      <dgm:if name="Name2" axis="ch" ptType="node" func="cnt" op="equ" val="2">
        <dgm:constrLst>
          <dgm:constr type="l" for="ch" forName="wedge1" refType="w" fact="0.1"/>
          <dgm:constr type="t" for="ch" forName="wedge1" refType="w" fact="0.08"/>
          <dgm:constr type="w" for="ch" forName="wedge1" refType="w" fact="0.84"/>
          <dgm:constr type="h" for="ch" forName="wedge1" refType="h" fact="0.84"/>
          <dgm:constr type="l" for="ch" forName="dummy1a" refType="w" fact="0.52"/>
          <dgm:constr type="t" for="ch" forName="dummy1a" refType="h" fact="0.08"/>
          <dgm:constr type="l" for="ch" forName="dummy1b" refType="w" fact="0.52"/>
          <dgm:constr type="t" for="ch" forName="dummy1b" refType="h" fact="0.92"/>
          <dgm:constr type="l" for="ch" forName="wedge1Tx" refType="w" fact="0.559"/>
          <dgm:constr type="t" for="ch" forName="wedge1Tx" refType="h" fact="0.3"/>
          <dgm:constr type="w" for="ch" forName="wedge1Tx" refType="w" fact="0.3"/>
          <dgm:constr type="h" for="ch" forName="wedge1Tx" refType="h" fact="0.4"/>
          <dgm:constr type="l" for="ch" forName="wedge2" refType="w" fact="0.06"/>
          <dgm:constr type="t" for="ch" forName="wedge2" refType="w" fact="0.08"/>
          <dgm:constr type="w" for="ch" forName="wedge2" refType="w" fact="0.84"/>
          <dgm:constr type="h" for="ch" forName="wedge2" refType="h" fact="0.84"/>
          <dgm:constr type="l" for="ch" forName="dummy2a" refType="w" fact="0.48"/>
          <dgm:constr type="t" for="ch" forName="dummy2a" refType="h" fact="0.92"/>
          <dgm:constr type="l" for="ch" forName="dummy2b" refType="w" fact="0.48"/>
          <dgm:constr type="t" for="ch" forName="dummy2b" refType="h" fact="0.08"/>
          <dgm:constr type="r" for="ch" forName="wedge2Tx" refType="w" fact="0.441"/>
          <dgm:constr type="t" for="ch" forName="wedge2Tx" refType="h" fact="0.3"/>
          <dgm:constr type="w" for="ch" forName="wedge2Tx" refType="w" fact="0.3"/>
          <dgm:constr type="h" for="ch" forName="wedge2Tx" refType="h" fact="0.4"/>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primFontSz" for="ch" ptType="node" op="equ"/>
        </dgm:constrLst>
      </dgm:if>
      <dgm:if name="Name3" axis="ch" ptType="node" func="cnt" op="equ" val="3">
        <dgm:constrLst>
          <dgm:constr type="l" for="ch" forName="wedge1" refType="w" fact="0.0973"/>
          <dgm:constr type="t" for="ch" forName="wedge1" refType="w" fact="0.07"/>
          <dgm:constr type="w" for="ch" forName="wedge1" refType="w" fact="0.84"/>
          <dgm:constr type="h" for="ch" forName="wedge1" refType="h" fact="0.84"/>
          <dgm:constr type="l" for="ch" forName="dummy1a" refType="w" fact="0.5173"/>
          <dgm:constr type="t" for="ch" forName="dummy1a" refType="h" fact="0.07"/>
          <dgm:constr type="l" for="ch" forName="dummy1b" refType="w" fact="0.8811"/>
          <dgm:constr type="t" for="ch" forName="dummy1b" refType="h" fact="0.7"/>
          <dgm:constr type="l" for="ch" forName="wedge1Tx" refType="w" fact="0.54"/>
          <dgm:constr type="t" for="ch" forName="wedge1Tx" refType="h" fact="0.248"/>
          <dgm:constr type="w" for="ch" forName="wedge1Tx" refType="w" fact="0.3"/>
          <dgm:constr type="h" for="ch" forName="wedge1Tx" refType="h" fact="0.25"/>
          <dgm:constr type="l" for="ch" forName="wedge2" refType="w" fact="0.08"/>
          <dgm:constr type="t" for="ch" forName="wedge2" refType="w" fact="0.1"/>
          <dgm:constr type="w" for="ch" forName="wedge2" refType="w" fact="0.84"/>
          <dgm:constr type="h" for="ch" forName="wedge2" refType="h" fact="0.84"/>
          <dgm:constr type="l" for="ch" forName="dummy2a" refType="w" fact="0.8637"/>
          <dgm:constr type="t" for="ch" forName="dummy2a" refType="h" fact="0.73"/>
          <dgm:constr type="l" for="ch" forName="dummy2b" refType="w" fact="0.1363"/>
          <dgm:constr type="t" for="ch" forName="dummy2b" refType="h" fact="0.73"/>
          <dgm:constr type="l" for="ch" forName="wedge2Tx" refType="w" fact="0.28"/>
          <dgm:constr type="t" for="ch" forName="wedge2Tx" refType="h" fact="0.645"/>
          <dgm:constr type="w" for="ch" forName="wedge2Tx" refType="w" fact="0.45"/>
          <dgm:constr type="h" for="ch" forName="wedge2Tx" refType="h" fact="0.22"/>
          <dgm:constr type="l" for="ch" forName="wedge3" refType="w" fact="0.0627"/>
          <dgm:constr type="t" for="ch" forName="wedge3" refType="w" fact="0.07"/>
          <dgm:constr type="w" for="ch" forName="wedge3" refType="w" fact="0.84"/>
          <dgm:constr type="h" for="ch" forName="wedge3" refType="h" fact="0.84"/>
          <dgm:constr type="l" for="ch" forName="dummy3a" refType="w" fact="0.1189"/>
          <dgm:constr type="t" for="ch" forName="dummy3a" refType="h" fact="0.7"/>
          <dgm:constr type="l" for="ch" forName="dummy3b" refType="w" fact="0.4827"/>
          <dgm:constr type="t" for="ch" forName="dummy3b" refType="h" fact="0.07"/>
          <dgm:constr type="r" for="ch" forName="wedge3Tx" refType="w" fact="0.46"/>
          <dgm:constr type="t" for="ch" forName="wedge3Tx" refType="h" fact="0.248"/>
          <dgm:constr type="w" for="ch" forName="wedge3Tx" refType="w" fact="0.3"/>
          <dgm:constr type="h" for="ch" forName="wedge3Tx" refType="h" fact="0.25"/>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h" for="ch" forName="arrowWedge3" refType="w" fact="0.08"/>
          <dgm:constr type="diam" for="ch" forName="arrowWedge3" refType="w" fact="0.84"/>
          <dgm:constr type="l" for="ch" forName="arrowWedge3" refType="w" fact="0.5"/>
          <dgm:constr type="t" for="ch" forName="arrowWedge3" refType="w" fact="0.5"/>
          <dgm:constr type="primFontSz" for="ch" ptType="node" op="equ"/>
        </dgm:constrLst>
      </dgm:if>
      <dgm:if name="Name4" axis="ch" ptType="node" func="cnt" op="equ" val="4">
        <dgm:constrLst>
          <dgm:constr type="l" for="ch" forName="wedge1" refType="w" fact="0.0941"/>
          <dgm:constr type="t" for="ch" forName="wedge1" refType="w" fact="0.0659"/>
          <dgm:constr type="w" for="ch" forName="wedge1" refType="w" fact="0.84"/>
          <dgm:constr type="h" for="ch" forName="wedge1" refType="h" fact="0.84"/>
          <dgm:constr type="l" for="ch" forName="dummy1a" refType="w" fact="0.5141"/>
          <dgm:constr type="t" for="ch" forName="dummy1a" refType="h" fact="0.0659"/>
          <dgm:constr type="l" for="ch" forName="dummy1b" refType="w" fact="0.9341"/>
          <dgm:constr type="t" for="ch" forName="dummy1b" refType="h" fact="0.4859"/>
          <dgm:constr type="l" for="ch" forName="wedge1Tx" refType="w" fact="0.54"/>
          <dgm:constr type="t" for="ch" forName="wedge1Tx" refType="h" fact="0.24"/>
          <dgm:constr type="w" for="ch" forName="wedge1Tx" refType="w" fact="0.31"/>
          <dgm:constr type="h" for="ch" forName="wedge1Tx" refType="h" fact="0.23"/>
          <dgm:constr type="l" for="ch" forName="wedge2" refType="w" fact="0.0941"/>
          <dgm:constr type="t" for="ch" forName="wedge2" refType="w" fact="0.0941"/>
          <dgm:constr type="w" for="ch" forName="wedge2" refType="w" fact="0.84"/>
          <dgm:constr type="h" for="ch" forName="wedge2" refType="h" fact="0.84"/>
          <dgm:constr type="l" for="ch" forName="dummy2a" refType="w" fact="0.9341"/>
          <dgm:constr type="t" for="ch" forName="dummy2a" refType="h" fact="0.5141"/>
          <dgm:constr type="l" for="ch" forName="dummy2b" refType="w" fact="0.5141"/>
          <dgm:constr type="t" for="ch" forName="dummy2b" refType="h" fact="0.9341"/>
          <dgm:constr type="l" for="ch" forName="wedge2Tx" refType="w" fact="0.54"/>
          <dgm:constr type="t" for="ch" forName="wedge2Tx" refType="h" fact="0.53"/>
          <dgm:constr type="w" for="ch" forName="wedge2Tx" refType="w" fact="0.31"/>
          <dgm:constr type="h" for="ch" forName="wedge2Tx" refType="h" fact="0.23"/>
          <dgm:constr type="l" for="ch" forName="wedge3" refType="w" fact="0.0659"/>
          <dgm:constr type="t" for="ch" forName="wedge3" refType="w" fact="0.0941"/>
          <dgm:constr type="w" for="ch" forName="wedge3" refType="w" fact="0.84"/>
          <dgm:constr type="h" for="ch" forName="wedge3" refType="h" fact="0.84"/>
          <dgm:constr type="l" for="ch" forName="dummy3a" refType="w" fact="0.4859"/>
          <dgm:constr type="t" for="ch" forName="dummy3a" refType="h" fact="0.9341"/>
          <dgm:constr type="l" for="ch" forName="dummy3b" refType="w" fact="0.0659"/>
          <dgm:constr type="t" for="ch" forName="dummy3b" refType="h" fact="0.5141"/>
          <dgm:constr type="r" for="ch" forName="wedge3Tx" refType="w" fact="0.46"/>
          <dgm:constr type="t" for="ch" forName="wedge3Tx" refType="h" fact="0.53"/>
          <dgm:constr type="w" for="ch" forName="wedge3Tx" refType="w" fact="0.31"/>
          <dgm:constr type="h" for="ch" forName="wedge3Tx" refType="h" fact="0.23"/>
          <dgm:constr type="l" for="ch" forName="wedge4" refType="w" fact="0.0659"/>
          <dgm:constr type="t" for="ch" forName="wedge4" refType="h" fact="0.0659"/>
          <dgm:constr type="w" for="ch" forName="wedge4" refType="w" fact="0.84"/>
          <dgm:constr type="h" for="ch" forName="wedge4" refType="h" fact="0.84"/>
          <dgm:constr type="l" for="ch" forName="dummy4a" refType="w" fact="0.0659"/>
          <dgm:constr type="t" for="ch" forName="dummy4a" refType="h" fact="0.4859"/>
          <dgm:constr type="l" for="ch" forName="dummy4b" refType="w" fact="0.4859"/>
          <dgm:constr type="t" for="ch" forName="dummy4b" refType="h" fact="0.0659"/>
          <dgm:constr type="r" for="ch" forName="wedge4Tx" refType="w" fact="0.46"/>
          <dgm:constr type="t" for="ch" forName="wedge4Tx" refType="h" fact="0.24"/>
          <dgm:constr type="w" for="ch" forName="wedge4Tx" refType="w" fact="0.31"/>
          <dgm:constr type="h" for="ch" forName="wedge4Tx" refType="h" fact="0.23"/>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h" for="ch" forName="arrowWedge3" refType="w" fact="0.08"/>
          <dgm:constr type="diam" for="ch" forName="arrowWedge3" refType="w" fact="0.84"/>
          <dgm:constr type="l" for="ch" forName="arrowWedge3" refType="w" fact="0.5"/>
          <dgm:constr type="t" for="ch" forName="arrowWedge3" refType="w" fact="0.5"/>
          <dgm:constr type="h" for="ch" forName="arrowWedge4" refType="w" fact="0.08"/>
          <dgm:constr type="diam" for="ch" forName="arrowWedge4" refType="w" fact="0.84"/>
          <dgm:constr type="l" for="ch" forName="arrowWedge4" refType="w" fact="0.5"/>
          <dgm:constr type="t" for="ch" forName="arrowWedge4" refType="w" fact="0.5"/>
          <dgm:constr type="primFontSz" for="ch" ptType="node" op="equ"/>
        </dgm:constrLst>
      </dgm:if>
      <dgm:if name="Name5" axis="ch" ptType="node" func="cnt" op="equ" val="5">
        <dgm:constrLst>
          <dgm:constr type="l" for="ch" forName="wedge1" refType="w" fact="0.0918"/>
          <dgm:constr type="t" for="ch" forName="wedge1" refType="w" fact="0.0638"/>
          <dgm:constr type="w" for="ch" forName="wedge1" refType="w" fact="0.84"/>
          <dgm:constr type="h" for="ch" forName="wedge1" refType="h" fact="0.84"/>
          <dgm:constr type="l" for="ch" forName="dummy1a" refType="w" fact="0.5118"/>
          <dgm:constr type="t" for="ch" forName="dummy1a" refType="h" fact="0.0638"/>
          <dgm:constr type="l" for="ch" forName="dummy1b" refType="w" fact="0.9112"/>
          <dgm:constr type="t" for="ch" forName="dummy1b" refType="h" fact="0.354"/>
          <dgm:constr type="l" for="ch" forName="wedge1Tx" refType="w" fact="0.53"/>
          <dgm:constr type="t" for="ch" forName="wedge1Tx" refType="h" fact="0.205"/>
          <dgm:constr type="w" for="ch" forName="wedge1Tx" refType="w" fact="0.27"/>
          <dgm:constr type="h" for="ch" forName="wedge1Tx" refType="h" fact="0.18"/>
          <dgm:constr type="l" for="ch" forName="wedge2" refType="w" fact="0.099"/>
          <dgm:constr type="t" for="ch" forName="wedge2" refType="w" fact="0.0862"/>
          <dgm:constr type="w" for="ch" forName="wedge2" refType="w" fact="0.84"/>
          <dgm:constr type="h" for="ch" forName="wedge2" refType="h" fact="0.84"/>
          <dgm:constr type="l" for="ch" forName="dummy2a" refType="w" fact="0.9185"/>
          <dgm:constr type="t" for="ch" forName="dummy2a" refType="h" fact="0.3764"/>
          <dgm:constr type="l" for="ch" forName="dummy2b" refType="w" fact="0.7659"/>
          <dgm:constr type="t" for="ch" forName="dummy2b" refType="h" fact="0.846"/>
          <dgm:constr type="l" for="ch" forName="wedge2Tx" refType="w" fact="0.64"/>
          <dgm:constr type="t" for="ch" forName="wedge2Tx" refType="h" fact="0.47"/>
          <dgm:constr type="w" for="ch" forName="wedge2Tx" refType="w" fact="0.25"/>
          <dgm:constr type="h" for="ch" forName="wedge2Tx" refType="h" fact="0.2"/>
          <dgm:constr type="l" for="ch" forName="wedge3" refType="w" fact="0.08"/>
          <dgm:constr type="t" for="ch" forName="wedge3" refType="w" fact="0.1"/>
          <dgm:constr type="w" for="ch" forName="wedge3" refType="w" fact="0.84"/>
          <dgm:constr type="h" for="ch" forName="wedge3" refType="h" fact="0.84"/>
          <dgm:constr type="l" for="ch" forName="dummy3a" refType="w" fact="0.7469"/>
          <dgm:constr type="t" for="ch" forName="dummy3a" refType="h" fact="0.8598"/>
          <dgm:constr type="l" for="ch" forName="dummy3b" refType="w" fact="0.2531"/>
          <dgm:constr type="t" for="ch" forName="dummy3b" refType="h" fact="0.8598"/>
          <dgm:constr type="l" for="ch" forName="wedge3Tx" refType="w" fact="0.38"/>
          <dgm:constr type="t" for="ch" forName="wedge3Tx" refType="h" fact="0.69"/>
          <dgm:constr type="w" for="ch" forName="wedge3Tx" refType="w" fact="0.24"/>
          <dgm:constr type="h" for="ch" forName="wedge3Tx" refType="h" fact="0.22"/>
          <dgm:constr type="l" for="ch" forName="wedge4" refType="w" fact="0.061"/>
          <dgm:constr type="t" for="ch" forName="wedge4" refType="h" fact="0.0862"/>
          <dgm:constr type="w" for="ch" forName="wedge4" refType="w" fact="0.84"/>
          <dgm:constr type="h" for="ch" forName="wedge4" refType="h" fact="0.84"/>
          <dgm:constr type="l" for="ch" forName="dummy4a" refType="w" fact="0.2341"/>
          <dgm:constr type="t" for="ch" forName="dummy4a" refType="h" fact="0.846"/>
          <dgm:constr type="l" for="ch" forName="dummy4b" refType="w" fact="0.0815"/>
          <dgm:constr type="t" for="ch" forName="dummy4b" refType="h" fact="0.3764"/>
          <dgm:constr type="r" for="ch" forName="wedge4Tx" refType="w" fact="0.36"/>
          <dgm:constr type="t" for="ch" forName="wedge4Tx" refType="h" fact="0.47"/>
          <dgm:constr type="w" for="ch" forName="wedge4Tx" refType="w" fact="0.25"/>
          <dgm:constr type="h" for="ch" forName="wedge4Tx" refType="h" fact="0.2"/>
          <dgm:constr type="l" for="ch" forName="wedge5" refType="w" fact="0.0682"/>
          <dgm:constr type="t" for="ch" forName="wedge5" refType="h" fact="0.0638"/>
          <dgm:constr type="w" for="ch" forName="wedge5" refType="w" fact="0.84"/>
          <dgm:constr type="h" for="ch" forName="wedge5" refType="h" fact="0.84"/>
          <dgm:constr type="l" for="ch" forName="dummy5a" refType="w" fact="0.0888"/>
          <dgm:constr type="t" for="ch" forName="dummy5a" refType="h" fact="0.354"/>
          <dgm:constr type="l" for="ch" forName="dummy5b" refType="w" fact="0.4882"/>
          <dgm:constr type="t" for="ch" forName="dummy5b" refType="h" fact="0.0638"/>
          <dgm:constr type="r" for="ch" forName="wedge5Tx" refType="w" fact="0.47"/>
          <dgm:constr type="t" for="ch" forName="wedge5Tx" refType="h" fact="0.205"/>
          <dgm:constr type="w" for="ch" forName="wedge5Tx" refType="w" fact="0.27"/>
          <dgm:constr type="h" for="ch" forName="wedge5Tx" refType="h" fact="0.18"/>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h" for="ch" forName="arrowWedge3" refType="w" fact="0.08"/>
          <dgm:constr type="diam" for="ch" forName="arrowWedge3" refType="w" fact="0.84"/>
          <dgm:constr type="l" for="ch" forName="arrowWedge3" refType="w" fact="0.5"/>
          <dgm:constr type="t" for="ch" forName="arrowWedge3" refType="w" fact="0.5"/>
          <dgm:constr type="h" for="ch" forName="arrowWedge4" refType="w" fact="0.08"/>
          <dgm:constr type="diam" for="ch" forName="arrowWedge4" refType="w" fact="0.84"/>
          <dgm:constr type="l" for="ch" forName="arrowWedge4" refType="w" fact="0.5"/>
          <dgm:constr type="t" for="ch" forName="arrowWedge4" refType="w" fact="0.5"/>
          <dgm:constr type="h" for="ch" forName="arrowWedge5" refType="w" fact="0.08"/>
          <dgm:constr type="diam" for="ch" forName="arrowWedge5" refType="w" fact="0.84"/>
          <dgm:constr type="l" for="ch" forName="arrowWedge5" refType="w" fact="0.5"/>
          <dgm:constr type="t" for="ch" forName="arrowWedge5" refType="w" fact="0.5"/>
          <dgm:constr type="primFontSz" for="ch" ptType="node" op="equ"/>
        </dgm:constrLst>
      </dgm:if>
      <dgm:if name="Name6" axis="ch" ptType="node" func="cnt" op="equ" val="6">
        <dgm:constrLst>
          <dgm:constr type="l" for="ch" forName="wedge1" refType="w" fact="0.09"/>
          <dgm:constr type="t" for="ch" forName="wedge1" refType="w" fact="0.0627"/>
          <dgm:constr type="w" for="ch" forName="wedge1" refType="w" fact="0.84"/>
          <dgm:constr type="h" for="ch" forName="wedge1" refType="h" fact="0.84"/>
          <dgm:constr type="l" for="ch" forName="dummy1a" refType="w" fact="0.51"/>
          <dgm:constr type="t" for="ch" forName="dummy1a" refType="h" fact="0.0627"/>
          <dgm:constr type="l" for="ch" forName="dummy1b" refType="w" fact="0.8737"/>
          <dgm:constr type="t" for="ch" forName="dummy1b" refType="h" fact="0.2727"/>
          <dgm:constr type="l" for="ch" forName="wedge1Tx" refType="w" fact="0.53"/>
          <dgm:constr type="t" for="ch" forName="wedge1Tx" refType="h" fact="0.17"/>
          <dgm:constr type="w" for="ch" forName="wedge1Tx" refType="w" fact="0.22"/>
          <dgm:constr type="h" for="ch" forName="wedge1Tx" refType="h" fact="0.17"/>
          <dgm:constr type="l" for="ch" forName="wedge2" refType="w" fact="0.1"/>
          <dgm:constr type="t" for="ch" forName="wedge2" refType="w" fact="0.08"/>
          <dgm:constr type="w" for="ch" forName="wedge2" refType="w" fact="0.84"/>
          <dgm:constr type="h" for="ch" forName="wedge2" refType="h" fact="0.84"/>
          <dgm:constr type="l" for="ch" forName="dummy2a" refType="w" fact="0.8837"/>
          <dgm:constr type="t" for="ch" forName="dummy2a" refType="h" fact="0.29"/>
          <dgm:constr type="l" for="ch" forName="dummy2b" refType="w" fact="0.8837"/>
          <dgm:constr type="t" for="ch" forName="dummy2b" refType="h" fact="0.71"/>
          <dgm:constr type="l" for="ch" forName="wedge2Tx" refType="w" fact="0.67"/>
          <dgm:constr type="t" for="ch" forName="wedge2Tx" refType="h" fact="0.42"/>
          <dgm:constr type="w" for="ch" forName="wedge2Tx" refType="w" fact="0.23"/>
          <dgm:constr type="h" for="ch" forName="wedge2Tx" refType="h" fact="0.165"/>
          <dgm:constr type="l" for="ch" forName="wedge3" refType="w" fact="0.09"/>
          <dgm:constr type="t" for="ch" forName="wedge3" refType="w" fact="0.0973"/>
          <dgm:constr type="w" for="ch" forName="wedge3" refType="w" fact="0.84"/>
          <dgm:constr type="h" for="ch" forName="wedge3" refType="h" fact="0.84"/>
          <dgm:constr type="l" for="ch" forName="dummy3a" refType="w" fact="0.8737"/>
          <dgm:constr type="t" for="ch" forName="dummy3a" refType="h" fact="0.7273"/>
          <dgm:constr type="l" for="ch" forName="dummy3b" refType="w" fact="0.51"/>
          <dgm:constr type="t" for="ch" forName="dummy3b" refType="h" fact="0.9373"/>
          <dgm:constr type="l" for="ch" forName="wedge3Tx" refType="w" fact="0.53"/>
          <dgm:constr type="t" for="ch" forName="wedge3Tx" refType="h" fact="0.665"/>
          <dgm:constr type="w" for="ch" forName="wedge3Tx" refType="w" fact="0.22"/>
          <dgm:constr type="h" for="ch" forName="wedge3Tx" refType="h" fact="0.17"/>
          <dgm:constr type="l" for="ch" forName="wedge4" refType="w" fact="0.07"/>
          <dgm:constr type="t" for="ch" forName="wedge4" refType="h" fact="0.0973"/>
          <dgm:constr type="w" for="ch" forName="wedge4" refType="w" fact="0.84"/>
          <dgm:constr type="h" for="ch" forName="wedge4" refType="h" fact="0.84"/>
          <dgm:constr type="l" for="ch" forName="dummy4a" refType="w" fact="0.49"/>
          <dgm:constr type="t" for="ch" forName="dummy4a" refType="h" fact="0.9373"/>
          <dgm:constr type="l" for="ch" forName="dummy4b" refType="w" fact="0.1263"/>
          <dgm:constr type="t" for="ch" forName="dummy4b" refType="h" fact="0.7273"/>
          <dgm:constr type="r" for="ch" forName="wedge4Tx" refType="w" fact="0.47"/>
          <dgm:constr type="t" for="ch" forName="wedge4Tx" refType="h" fact="0.665"/>
          <dgm:constr type="w" for="ch" forName="wedge4Tx" refType="w" fact="0.22"/>
          <dgm:constr type="h" for="ch" forName="wedge4Tx" refType="h" fact="0.17"/>
          <dgm:constr type="l" for="ch" forName="wedge5" refType="w" fact="0.06"/>
          <dgm:constr type="t" for="ch" forName="wedge5" refType="h" fact="0.08"/>
          <dgm:constr type="w" for="ch" forName="wedge5" refType="w" fact="0.84"/>
          <dgm:constr type="h" for="ch" forName="wedge5" refType="h" fact="0.84"/>
          <dgm:constr type="l" for="ch" forName="dummy5a" refType="w" fact="0.1163"/>
          <dgm:constr type="t" for="ch" forName="dummy5a" refType="h" fact="0.71"/>
          <dgm:constr type="l" for="ch" forName="dummy5b" refType="w" fact="0.1163"/>
          <dgm:constr type="t" for="ch" forName="dummy5b" refType="h" fact="0.29"/>
          <dgm:constr type="r" for="ch" forName="wedge5Tx" refType="w" fact="0.33"/>
          <dgm:constr type="t" for="ch" forName="wedge5Tx" refType="h" fact="0.42"/>
          <dgm:constr type="w" for="ch" forName="wedge5Tx" refType="w" fact="0.23"/>
          <dgm:constr type="h" for="ch" forName="wedge5Tx" refType="h" fact="0.165"/>
          <dgm:constr type="l" for="ch" forName="wedge6" refType="w" fact="0.07"/>
          <dgm:constr type="t" for="ch" forName="wedge6" refType="h" fact="0.0627"/>
          <dgm:constr type="w" for="ch" forName="wedge6" refType="w" fact="0.84"/>
          <dgm:constr type="h" for="ch" forName="wedge6" refType="h" fact="0.84"/>
          <dgm:constr type="l" for="ch" forName="dummy6a" refType="w" fact="0.1263"/>
          <dgm:constr type="t" for="ch" forName="dummy6a" refType="h" fact="0.2727"/>
          <dgm:constr type="l" for="ch" forName="dummy6b" refType="w" fact="0.49"/>
          <dgm:constr type="t" for="ch" forName="dummy6b" refType="h" fact="0.0627"/>
          <dgm:constr type="r" for="ch" forName="wedge6Tx" refType="w" fact="0.47"/>
          <dgm:constr type="t" for="ch" forName="wedge6Tx" refType="h" fact="0.17"/>
          <dgm:constr type="w" for="ch" forName="wedge6Tx" refType="w" fact="0.22"/>
          <dgm:constr type="h" for="ch" forName="wedge6Tx" refType="h" fact="0.17"/>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h" for="ch" forName="arrowWedge3" refType="w" fact="0.08"/>
          <dgm:constr type="diam" for="ch" forName="arrowWedge3" refType="w" fact="0.84"/>
          <dgm:constr type="l" for="ch" forName="arrowWedge3" refType="w" fact="0.5"/>
          <dgm:constr type="t" for="ch" forName="arrowWedge3" refType="w" fact="0.5"/>
          <dgm:constr type="h" for="ch" forName="arrowWedge4" refType="w" fact="0.08"/>
          <dgm:constr type="diam" for="ch" forName="arrowWedge4" refType="w" fact="0.84"/>
          <dgm:constr type="l" for="ch" forName="arrowWedge4" refType="w" fact="0.5"/>
          <dgm:constr type="t" for="ch" forName="arrowWedge4" refType="w" fact="0.5"/>
          <dgm:constr type="h" for="ch" forName="arrowWedge5" refType="w" fact="0.08"/>
          <dgm:constr type="diam" for="ch" forName="arrowWedge5" refType="w" fact="0.84"/>
          <dgm:constr type="l" for="ch" forName="arrowWedge5" refType="w" fact="0.5"/>
          <dgm:constr type="t" for="ch" forName="arrowWedge5" refType="w" fact="0.5"/>
          <dgm:constr type="h" for="ch" forName="arrowWedge6" refType="w" fact="0.08"/>
          <dgm:constr type="diam" for="ch" forName="arrowWedge6" refType="w" fact="0.84"/>
          <dgm:constr type="l" for="ch" forName="arrowWedge6" refType="w" fact="0.5"/>
          <dgm:constr type="t" for="ch" forName="arrowWedge6" refType="w" fact="0.5"/>
          <dgm:constr type="primFontSz" for="ch" ptType="node" op="equ"/>
        </dgm:constrLst>
      </dgm:if>
      <dgm:else name="Name7">
        <dgm:constrLst>
          <dgm:constr type="l" for="ch" forName="wedge1" refType="w" fact="0.0887"/>
          <dgm:constr type="t" for="ch" forName="wedge1" refType="w" fact="0.062"/>
          <dgm:constr type="w" for="ch" forName="wedge1" refType="w" fact="0.84"/>
          <dgm:constr type="h" for="ch" forName="wedge1" refType="h" fact="0.84"/>
          <dgm:constr type="l" for="ch" forName="dummy1a" refType="w" fact="0.5087"/>
          <dgm:constr type="t" for="ch" forName="dummy1a" refType="h" fact="0.062"/>
          <dgm:constr type="l" for="ch" forName="dummy1b" refType="w" fact="0.837"/>
          <dgm:constr type="t" for="ch" forName="dummy1b" refType="h" fact="0.2201"/>
          <dgm:constr type="l" for="ch" forName="wedge1Tx" refType="w" fact="0.53"/>
          <dgm:constr type="t" for="ch" forName="wedge1Tx" refType="h" fact="0.14"/>
          <dgm:constr type="w" for="ch" forName="wedge1Tx" refType="w" fact="0.2"/>
          <dgm:constr type="h" for="ch" forName="wedge1Tx" refType="h" fact="0.16"/>
          <dgm:constr type="l" for="ch" forName="wedge2" refType="w" fact="0.0995"/>
          <dgm:constr type="t" for="ch" forName="wedge2" refType="w" fact="0.0755"/>
          <dgm:constr type="w" for="ch" forName="wedge2" refType="w" fact="0.84"/>
          <dgm:constr type="h" for="ch" forName="wedge2" refType="h" fact="0.84"/>
          <dgm:constr type="l" for="ch" forName="dummy2a" refType="w" fact="0.8479"/>
          <dgm:constr type="t" for="ch" forName="dummy2a" refType="h" fact="0.2337"/>
          <dgm:constr type="l" for="ch" forName="dummy2b" refType="w" fact="0.929"/>
          <dgm:constr type="t" for="ch" forName="dummy2b" refType="h" fact="0.589"/>
          <dgm:constr type="l" for="ch" forName="wedge2Tx" refType="w" fact="0.67"/>
          <dgm:constr type="t" for="ch" forName="wedge2Tx" refType="h" fact="0.38"/>
          <dgm:constr type="w" for="ch" forName="wedge2Tx" refType="w" fact="0.23"/>
          <dgm:constr type="h" for="ch" forName="wedge2Tx" refType="h" fact="0.14"/>
          <dgm:constr type="l" for="ch" forName="wedge3" refType="w" fact="0.0956"/>
          <dgm:constr type="t" for="ch" forName="wedge3" refType="w" fact="0.0925"/>
          <dgm:constr type="w" for="ch" forName="wedge3" refType="w" fact="0.84"/>
          <dgm:constr type="h" for="ch" forName="wedge3" refType="h" fact="0.84"/>
          <dgm:constr type="l" for="ch" forName="dummy3a" refType="w" fact="0.9251"/>
          <dgm:constr type="t" for="ch" forName="dummy3a" refType="h" fact="0.6059"/>
          <dgm:constr type="l" for="ch" forName="dummy3b" refType="w" fact="0.6979"/>
          <dgm:constr type="t" for="ch" forName="dummy3b" refType="h" fact="0.8909"/>
          <dgm:constr type="l" for="ch" forName="wedge3Tx" refType="w" fact="0.635"/>
          <dgm:constr type="t" for="ch" forName="wedge3Tx" refType="h" fact="0.59"/>
          <dgm:constr type="w" for="ch" forName="wedge3Tx" refType="w" fact="0.2"/>
          <dgm:constr type="h" for="ch" forName="wedge3Tx" refType="h" fact="0.155"/>
          <dgm:constr type="l" for="ch" forName="wedge4" refType="w" fact="0.08"/>
          <dgm:constr type="t" for="ch" forName="wedge4" refType="h" fact="0.1"/>
          <dgm:constr type="w" for="ch" forName="wedge4" refType="w" fact="0.84"/>
          <dgm:constr type="h" for="ch" forName="wedge4" refType="h" fact="0.84"/>
          <dgm:constr type="l" for="ch" forName="dummy4a" refType="w" fact="0.6822"/>
          <dgm:constr type="t" for="ch" forName="dummy4a" refType="h" fact="0.8984"/>
          <dgm:constr type="l" for="ch" forName="dummy4b" refType="w" fact="0.3178"/>
          <dgm:constr type="t" for="ch" forName="dummy4b" refType="h" fact="0.8984"/>
          <dgm:constr type="l" for="ch" forName="wedge4Tx" refType="w" fact="0.4025"/>
          <dgm:constr type="t" for="ch" forName="wedge4Tx" refType="h" fact="0.76"/>
          <dgm:constr type="w" for="ch" forName="wedge4Tx" refType="w" fact="0.195"/>
          <dgm:constr type="h" for="ch" forName="wedge4Tx" refType="h" fact="0.14"/>
          <dgm:constr type="l" for="ch" forName="wedge5" refType="w" fact="0.0644"/>
          <dgm:constr type="t" for="ch" forName="wedge5" refType="h" fact="0.0925"/>
          <dgm:constr type="w" for="ch" forName="wedge5" refType="w" fact="0.84"/>
          <dgm:constr type="h" for="ch" forName="wedge5" refType="h" fact="0.84"/>
          <dgm:constr type="l" for="ch" forName="dummy5a" refType="w" fact="0.3021"/>
          <dgm:constr type="t" for="ch" forName="dummy5a" refType="h" fact="0.8909"/>
          <dgm:constr type="l" for="ch" forName="dummy5b" refType="w" fact="0.0749"/>
          <dgm:constr type="t" for="ch" forName="dummy5b" refType="h" fact="0.6059"/>
          <dgm:constr type="r" for="ch" forName="wedge5Tx" refType="w" fact="0.365"/>
          <dgm:constr type="t" for="ch" forName="wedge5Tx" refType="h" fact="0.59"/>
          <dgm:constr type="w" for="ch" forName="wedge5Tx" refType="w" fact="0.2"/>
          <dgm:constr type="h" for="ch" forName="wedge5Tx" refType="h" fact="0.155"/>
          <dgm:constr type="l" for="ch" forName="wedge6" refType="w" fact="0.0605"/>
          <dgm:constr type="t" for="ch" forName="wedge6" refType="h" fact="0.0755"/>
          <dgm:constr type="w" for="ch" forName="wedge6" refType="w" fact="0.84"/>
          <dgm:constr type="h" for="ch" forName="wedge6" refType="h" fact="0.84"/>
          <dgm:constr type="l" for="ch" forName="dummy6a" refType="w" fact="0.071"/>
          <dgm:constr type="t" for="ch" forName="dummy6a" refType="h" fact="0.589"/>
          <dgm:constr type="l" for="ch" forName="dummy6b" refType="w" fact="0.1521"/>
          <dgm:constr type="t" for="ch" forName="dummy6b" refType="h" fact="0.2337"/>
          <dgm:constr type="r" for="ch" forName="wedge6Tx" refType="w" fact="0.33"/>
          <dgm:constr type="t" for="ch" forName="wedge6Tx" refType="h" fact="0.38"/>
          <dgm:constr type="w" for="ch" forName="wedge6Tx" refType="w" fact="0.23"/>
          <dgm:constr type="h" for="ch" forName="wedge6Tx" refType="h" fact="0.14"/>
          <dgm:constr type="l" for="ch" forName="wedge7" refType="w" fact="0.0713"/>
          <dgm:constr type="t" for="ch" forName="wedge7" refType="h" fact="0.062"/>
          <dgm:constr type="w" for="ch" forName="wedge7" refType="w" fact="0.84"/>
          <dgm:constr type="h" for="ch" forName="wedge7" refType="h" fact="0.84"/>
          <dgm:constr type="l" for="ch" forName="dummy7a" refType="w" fact="0.163"/>
          <dgm:constr type="t" for="ch" forName="dummy7a" refType="h" fact="0.2201"/>
          <dgm:constr type="l" for="ch" forName="dummy7b" refType="w" fact="0.4913"/>
          <dgm:constr type="t" for="ch" forName="dummy7b" refType="h" fact="0.062"/>
          <dgm:constr type="r" for="ch" forName="wedge7Tx" refType="w" fact="0.47"/>
          <dgm:constr type="t" for="ch" forName="wedge7Tx" refType="h" fact="0.14"/>
          <dgm:constr type="w" for="ch" forName="wedge7Tx" refType="w" fact="0.2"/>
          <dgm:constr type="h" for="ch" forName="wedge7Tx" refType="h" fact="0.16"/>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h" for="ch" forName="arrowWedge3" refType="w" fact="0.08"/>
          <dgm:constr type="diam" for="ch" forName="arrowWedge3" refType="w" fact="0.84"/>
          <dgm:constr type="l" for="ch" forName="arrowWedge3" refType="w" fact="0.5"/>
          <dgm:constr type="t" for="ch" forName="arrowWedge3" refType="w" fact="0.5"/>
          <dgm:constr type="h" for="ch" forName="arrowWedge4" refType="w" fact="0.08"/>
          <dgm:constr type="diam" for="ch" forName="arrowWedge4" refType="w" fact="0.84"/>
          <dgm:constr type="l" for="ch" forName="arrowWedge4" refType="w" fact="0.5"/>
          <dgm:constr type="t" for="ch" forName="arrowWedge4" refType="w" fact="0.5"/>
          <dgm:constr type="h" for="ch" forName="arrowWedge5" refType="w" fact="0.08"/>
          <dgm:constr type="diam" for="ch" forName="arrowWedge5" refType="w" fact="0.84"/>
          <dgm:constr type="l" for="ch" forName="arrowWedge5" refType="w" fact="0.5"/>
          <dgm:constr type="t" for="ch" forName="arrowWedge5" refType="w" fact="0.5"/>
          <dgm:constr type="h" for="ch" forName="arrowWedge6" refType="w" fact="0.08"/>
          <dgm:constr type="diam" for="ch" forName="arrowWedge6" refType="w" fact="0.84"/>
          <dgm:constr type="l" for="ch" forName="arrowWedge6" refType="w" fact="0.5"/>
          <dgm:constr type="t" for="ch" forName="arrowWedge6" refType="w" fact="0.5"/>
          <dgm:constr type="h" for="ch" forName="arrowWedge7" refType="w" fact="0.08"/>
          <dgm:constr type="diam" for="ch" forName="arrowWedge7" refType="w" fact="0.84"/>
          <dgm:constr type="l" for="ch" forName="arrowWedge7" refType="w" fact="0.5"/>
          <dgm:constr type="t" for="ch" forName="arrowWedge7" refType="w" fact="0.5"/>
          <dgm:constr type="primFontSz" for="ch" ptType="node" op="equ"/>
        </dgm:constrLst>
      </dgm:else>
    </dgm:choose>
    <dgm:ruleLst/>
    <dgm:choose name="Name8">
      <dgm:if name="Name9" axis="ch" ptType="node" func="cnt" op="gte" val="1">
        <dgm:layoutNode name="wedge1">
          <dgm:alg type="sp"/>
          <dgm:choose name="Name10">
            <dgm:if name="Name11" axis="ch" ptType="node" func="cnt" op="equ" val="1">
              <dgm:shape xmlns:r="http://schemas.openxmlformats.org/officeDocument/2006/relationships" type="ellipse" r:blip="">
                <dgm:adjLst/>
              </dgm:shape>
            </dgm:if>
            <dgm:if name="Name12" axis="ch" ptType="node" func="cnt" op="equ" val="2">
              <dgm:shape xmlns:r="http://schemas.openxmlformats.org/officeDocument/2006/relationships" type="pie" r:blip="">
                <dgm:adjLst>
                  <dgm:adj idx="1" val="270"/>
                  <dgm:adj idx="2" val="90"/>
                </dgm:adjLst>
              </dgm:shape>
            </dgm:if>
            <dgm:if name="Name13" axis="ch" ptType="node" func="cnt" op="equ" val="3">
              <dgm:shape xmlns:r="http://schemas.openxmlformats.org/officeDocument/2006/relationships" type="pie" r:blip="">
                <dgm:adjLst>
                  <dgm:adj idx="1" val="270"/>
                  <dgm:adj idx="2" val="30"/>
                </dgm:adjLst>
              </dgm:shape>
            </dgm:if>
            <dgm:if name="Name14" axis="ch" ptType="node" func="cnt" op="equ" val="4">
              <dgm:shape xmlns:r="http://schemas.openxmlformats.org/officeDocument/2006/relationships" type="pie" r:blip="">
                <dgm:adjLst>
                  <dgm:adj idx="1" val="270"/>
                  <dgm:adj idx="2" val="0"/>
                </dgm:adjLst>
              </dgm:shape>
            </dgm:if>
            <dgm:if name="Name15" axis="ch" ptType="node" func="cnt" op="equ" val="5">
              <dgm:shape xmlns:r="http://schemas.openxmlformats.org/officeDocument/2006/relationships" type="pie" r:blip="">
                <dgm:adjLst>
                  <dgm:adj idx="1" val="270"/>
                  <dgm:adj idx="2" val="342"/>
                </dgm:adjLst>
              </dgm:shape>
            </dgm:if>
            <dgm:if name="Name16" axis="ch" ptType="node" func="cnt" op="equ" val="6">
              <dgm:shape xmlns:r="http://schemas.openxmlformats.org/officeDocument/2006/relationships" type="pie" r:blip="">
                <dgm:adjLst>
                  <dgm:adj idx="1" val="270"/>
                  <dgm:adj idx="2" val="330"/>
                </dgm:adjLst>
              </dgm:shape>
            </dgm:if>
            <dgm:else name="Name17">
              <dgm:shape xmlns:r="http://schemas.openxmlformats.org/officeDocument/2006/relationships" type="pie" r:blip="">
                <dgm:adjLst>
                  <dgm:adj idx="1" val="270"/>
                  <dgm:adj idx="2" val="321.4286"/>
                </dgm:adjLst>
              </dgm:shape>
            </dgm:else>
          </dgm:choose>
          <dgm:choose name="Name18">
            <dgm:if name="Name19" func="var" arg="dir" op="equ" val="norm">
              <dgm:presOf axis="ch desOrSelf" ptType="node node" st="1 1" cnt="1 0"/>
            </dgm:if>
            <dgm:else name="Name20">
              <dgm:choose name="Name21">
                <dgm:if name="Name22" axis="ch" ptType="node" func="cnt" op="equ" val="1">
                  <dgm:presOf axis="ch desOrSelf" ptType="node node" st="1 1" cnt="1 0"/>
                </dgm:if>
                <dgm:if name="Name23" axis="ch" ptType="node" func="cnt" op="equ" val="2">
                  <dgm:presOf axis="ch desOrSelf" ptType="node node" st="2 1" cnt="1 0"/>
                </dgm:if>
                <dgm:if name="Name24" axis="ch" ptType="node" func="cnt" op="equ" val="3">
                  <dgm:presOf axis="ch desOrSelf" ptType="node node" st="3 1" cnt="1 0"/>
                </dgm:if>
                <dgm:if name="Name25" axis="ch" ptType="node" func="cnt" op="equ" val="4">
                  <dgm:presOf axis="ch desOrSelf" ptType="node node" st="4 1" cnt="1 0"/>
                </dgm:if>
                <dgm:if name="Name26" axis="ch" ptType="node" func="cnt" op="equ" val="5">
                  <dgm:presOf axis="ch desOrSelf" ptType="node node" st="5 1" cnt="1 0"/>
                </dgm:if>
                <dgm:if name="Name27" axis="ch" ptType="node" func="cnt" op="equ" val="6">
                  <dgm:presOf axis="ch desOrSelf" ptType="node node" st="6 1" cnt="1 0"/>
                </dgm:if>
                <dgm:else name="Name28">
                  <dgm:presOf axis="ch desOrSelf" ptType="node node" st="7 1" cnt="1 0"/>
                </dgm:else>
              </dgm:choose>
            </dgm:else>
          </dgm:choose>
          <dgm:constrLst/>
          <dgm:ruleLst/>
        </dgm:layoutNode>
        <dgm:layoutNode name="dummy1a" moveWith="wedge1">
          <dgm:alg type="sp"/>
          <dgm:shape xmlns:r="http://schemas.openxmlformats.org/officeDocument/2006/relationships" r:blip="">
            <dgm:adjLst/>
          </dgm:shape>
          <dgm:presOf/>
          <dgm:constrLst>
            <dgm:constr type="w" val="1"/>
            <dgm:constr type="h" val="1"/>
          </dgm:constrLst>
          <dgm:ruleLst/>
        </dgm:layoutNode>
        <dgm:layoutNode name="dummy1b" moveWith="wedge1">
          <dgm:alg type="sp"/>
          <dgm:shape xmlns:r="http://schemas.openxmlformats.org/officeDocument/2006/relationships" r:blip="">
            <dgm:adjLst/>
          </dgm:shape>
          <dgm:presOf/>
          <dgm:constrLst>
            <dgm:constr type="w" val="1"/>
            <dgm:constr type="h" val="1"/>
          </dgm:constrLst>
          <dgm:ruleLst/>
        </dgm:layoutNode>
        <dgm:layoutNode name="wedge1Tx" moveWith="wedge1">
          <dgm:varLst>
            <dgm:chMax val="0"/>
            <dgm:chPref val="0"/>
            <dgm:bulletEnabled val="1"/>
          </dgm:varLst>
          <dgm:alg type="tx"/>
          <dgm:shape xmlns:r="http://schemas.openxmlformats.org/officeDocument/2006/relationships" type="rect" r:blip="" hideGeom="1">
            <dgm:adjLst/>
          </dgm:shape>
          <dgm:choose name="Name29">
            <dgm:if name="Name30" func="var" arg="dir" op="equ" val="norm">
              <dgm:presOf axis="ch desOrSelf" ptType="node node" st="1 1" cnt="1 0"/>
            </dgm:if>
            <dgm:else name="Name31">
              <dgm:choose name="Name32">
                <dgm:if name="Name33" axis="ch" ptType="node" func="cnt" op="equ" val="1">
                  <dgm:presOf axis="ch desOrSelf" ptType="node node" st="1 1" cnt="1 0"/>
                </dgm:if>
                <dgm:if name="Name34" axis="ch" ptType="node" func="cnt" op="equ" val="2">
                  <dgm:presOf axis="ch desOrSelf" ptType="node node" st="2 1" cnt="1 0"/>
                </dgm:if>
                <dgm:if name="Name35" axis="ch" ptType="node" func="cnt" op="equ" val="3">
                  <dgm:presOf axis="ch desOrSelf" ptType="node node" st="3 1" cnt="1 0"/>
                </dgm:if>
                <dgm:if name="Name36" axis="ch" ptType="node" func="cnt" op="equ" val="4">
                  <dgm:presOf axis="ch desOrSelf" ptType="node node" st="4 1" cnt="1 0"/>
                </dgm:if>
                <dgm:if name="Name37" axis="ch" ptType="node" func="cnt" op="equ" val="5">
                  <dgm:presOf axis="ch desOrSelf" ptType="node node" st="5 1" cnt="1 0"/>
                </dgm:if>
                <dgm:if name="Name38" axis="ch" ptType="node" func="cnt" op="equ" val="6">
                  <dgm:presOf axis="ch desOrSelf" ptType="node node" st="6 1" cnt="1 0"/>
                </dgm:if>
                <dgm:else name="Name39">
                  <dgm:presOf axis="ch desOrSelf" ptType="node node" st="7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40"/>
    </dgm:choose>
    <dgm:choose name="Name41">
      <dgm:if name="Name42" axis="ch" ptType="node" func="cnt" op="gte" val="2">
        <dgm:layoutNode name="wedge2">
          <dgm:alg type="sp"/>
          <dgm:choose name="Name43">
            <dgm:if name="Name44" axis="ch" ptType="node" func="cnt" op="equ" val="2">
              <dgm:shape xmlns:r="http://schemas.openxmlformats.org/officeDocument/2006/relationships" type="pie" r:blip="">
                <dgm:adjLst>
                  <dgm:adj idx="1" val="90"/>
                  <dgm:adj idx="2" val="270"/>
                </dgm:adjLst>
              </dgm:shape>
            </dgm:if>
            <dgm:if name="Name45" axis="ch" ptType="node" func="cnt" op="equ" val="3">
              <dgm:shape xmlns:r="http://schemas.openxmlformats.org/officeDocument/2006/relationships" type="pie" r:blip="">
                <dgm:adjLst>
                  <dgm:adj idx="1" val="30"/>
                  <dgm:adj idx="2" val="150"/>
                </dgm:adjLst>
              </dgm:shape>
            </dgm:if>
            <dgm:if name="Name46" axis="ch" ptType="node" func="cnt" op="equ" val="4">
              <dgm:shape xmlns:r="http://schemas.openxmlformats.org/officeDocument/2006/relationships" type="pie" r:blip="">
                <dgm:adjLst>
                  <dgm:adj idx="1" val="0"/>
                  <dgm:adj idx="2" val="90"/>
                </dgm:adjLst>
              </dgm:shape>
            </dgm:if>
            <dgm:if name="Name47" axis="ch" ptType="node" func="cnt" op="equ" val="5">
              <dgm:shape xmlns:r="http://schemas.openxmlformats.org/officeDocument/2006/relationships" type="pie" r:blip="">
                <dgm:adjLst>
                  <dgm:adj idx="1" val="342"/>
                  <dgm:adj idx="2" val="54"/>
                </dgm:adjLst>
              </dgm:shape>
            </dgm:if>
            <dgm:if name="Name48" axis="ch" ptType="node" func="cnt" op="equ" val="6">
              <dgm:shape xmlns:r="http://schemas.openxmlformats.org/officeDocument/2006/relationships" type="pie" r:blip="">
                <dgm:adjLst>
                  <dgm:adj idx="1" val="330"/>
                  <dgm:adj idx="2" val="30"/>
                </dgm:adjLst>
              </dgm:shape>
            </dgm:if>
            <dgm:else name="Name49">
              <dgm:shape xmlns:r="http://schemas.openxmlformats.org/officeDocument/2006/relationships" type="pie" r:blip="">
                <dgm:adjLst>
                  <dgm:adj idx="1" val="321.4286"/>
                  <dgm:adj idx="2" val="12.85714"/>
                </dgm:adjLst>
              </dgm:shape>
            </dgm:else>
          </dgm:choose>
          <dgm:choose name="Name50">
            <dgm:if name="Name51" func="var" arg="dir" op="equ" val="norm">
              <dgm:presOf axis="ch desOrSelf" ptType="node node" st="2 1" cnt="1 0"/>
            </dgm:if>
            <dgm:else name="Name52">
              <dgm:choose name="Name53">
                <dgm:if name="Name54" axis="ch" ptType="node" func="cnt" op="equ" val="2">
                  <dgm:presOf axis="ch desOrSelf" ptType="node node" st="1 1" cnt="1 0"/>
                </dgm:if>
                <dgm:if name="Name55" axis="ch" ptType="node" func="cnt" op="equ" val="3">
                  <dgm:presOf axis="ch desOrSelf" ptType="node node" st="2 1" cnt="1 0"/>
                </dgm:if>
                <dgm:if name="Name56" axis="ch" ptType="node" func="cnt" op="equ" val="4">
                  <dgm:presOf axis="ch desOrSelf" ptType="node node" st="3 1" cnt="1 0"/>
                </dgm:if>
                <dgm:if name="Name57" axis="ch" ptType="node" func="cnt" op="equ" val="5">
                  <dgm:presOf axis="ch desOrSelf" ptType="node node" st="4 1" cnt="1 0"/>
                </dgm:if>
                <dgm:if name="Name58" axis="ch" ptType="node" func="cnt" op="equ" val="6">
                  <dgm:presOf axis="ch desOrSelf" ptType="node node" st="5 1" cnt="1 0"/>
                </dgm:if>
                <dgm:else name="Name59">
                  <dgm:presOf axis="ch desOrSelf" ptType="node node" st="6 1" cnt="1 0"/>
                </dgm:else>
              </dgm:choose>
            </dgm:else>
          </dgm:choose>
          <dgm:constrLst/>
          <dgm:ruleLst/>
        </dgm:layoutNode>
        <dgm:layoutNode name="dummy2a" moveWith="wedge2">
          <dgm:alg type="sp"/>
          <dgm:shape xmlns:r="http://schemas.openxmlformats.org/officeDocument/2006/relationships" r:blip="">
            <dgm:adjLst/>
          </dgm:shape>
          <dgm:presOf/>
          <dgm:constrLst>
            <dgm:constr type="w" val="1"/>
            <dgm:constr type="h" val="1"/>
          </dgm:constrLst>
          <dgm:ruleLst/>
        </dgm:layoutNode>
        <dgm:layoutNode name="dummy2b" moveWith="wedge2">
          <dgm:alg type="sp"/>
          <dgm:shape xmlns:r="http://schemas.openxmlformats.org/officeDocument/2006/relationships" r:blip="">
            <dgm:adjLst/>
          </dgm:shape>
          <dgm:presOf/>
          <dgm:constrLst>
            <dgm:constr type="w" val="1"/>
            <dgm:constr type="h" val="1"/>
          </dgm:constrLst>
          <dgm:ruleLst/>
        </dgm:layoutNode>
        <dgm:layoutNode name="wedge2Tx" moveWith="wedge2">
          <dgm:varLst>
            <dgm:chMax val="0"/>
            <dgm:chPref val="0"/>
            <dgm:bulletEnabled val="1"/>
          </dgm:varLst>
          <dgm:alg type="tx"/>
          <dgm:shape xmlns:r="http://schemas.openxmlformats.org/officeDocument/2006/relationships" type="rect" r:blip="" hideGeom="1">
            <dgm:adjLst/>
          </dgm:shape>
          <dgm:choose name="Name60">
            <dgm:if name="Name61" func="var" arg="dir" op="equ" val="norm">
              <dgm:presOf axis="ch desOrSelf" ptType="node node" st="2 1" cnt="1 0"/>
            </dgm:if>
            <dgm:else name="Name62">
              <dgm:choose name="Name63">
                <dgm:if name="Name64" axis="ch" ptType="node" func="cnt" op="equ" val="2">
                  <dgm:presOf axis="ch desOrSelf" ptType="node node" st="1 1" cnt="1 0"/>
                </dgm:if>
                <dgm:if name="Name65" axis="ch" ptType="node" func="cnt" op="equ" val="3">
                  <dgm:presOf axis="ch desOrSelf" ptType="node node" st="2 1" cnt="1 0"/>
                </dgm:if>
                <dgm:if name="Name66" axis="ch" ptType="node" func="cnt" op="equ" val="4">
                  <dgm:presOf axis="ch desOrSelf" ptType="node node" st="3 1" cnt="1 0"/>
                </dgm:if>
                <dgm:if name="Name67" axis="ch" ptType="node" func="cnt" op="equ" val="5">
                  <dgm:presOf axis="ch desOrSelf" ptType="node node" st="4 1" cnt="1 0"/>
                </dgm:if>
                <dgm:if name="Name68" axis="ch" ptType="node" func="cnt" op="equ" val="6">
                  <dgm:presOf axis="ch desOrSelf" ptType="node node" st="5 1" cnt="1 0"/>
                </dgm:if>
                <dgm:else name="Name69">
                  <dgm:presOf axis="ch desOrSelf" ptType="node node" st="6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70"/>
    </dgm:choose>
    <dgm:choose name="Name71">
      <dgm:if name="Name72" axis="ch" ptType="node" func="cnt" op="gte" val="3">
        <dgm:layoutNode name="wedge3">
          <dgm:alg type="sp"/>
          <dgm:choose name="Name73">
            <dgm:if name="Name74" axis="ch" ptType="node" func="cnt" op="equ" val="3">
              <dgm:shape xmlns:r="http://schemas.openxmlformats.org/officeDocument/2006/relationships" type="pie" r:blip="">
                <dgm:adjLst>
                  <dgm:adj idx="1" val="150"/>
                  <dgm:adj idx="2" val="270"/>
                </dgm:adjLst>
              </dgm:shape>
            </dgm:if>
            <dgm:if name="Name75" axis="ch" ptType="node" func="cnt" op="equ" val="4">
              <dgm:shape xmlns:r="http://schemas.openxmlformats.org/officeDocument/2006/relationships" type="pie" r:blip="">
                <dgm:adjLst>
                  <dgm:adj idx="1" val="90"/>
                  <dgm:adj idx="2" val="180"/>
                </dgm:adjLst>
              </dgm:shape>
            </dgm:if>
            <dgm:if name="Name76" axis="ch" ptType="node" func="cnt" op="equ" val="5">
              <dgm:shape xmlns:r="http://schemas.openxmlformats.org/officeDocument/2006/relationships" type="pie" r:blip="">
                <dgm:adjLst>
                  <dgm:adj idx="1" val="54"/>
                  <dgm:adj idx="2" val="126"/>
                </dgm:adjLst>
              </dgm:shape>
            </dgm:if>
            <dgm:if name="Name77" axis="ch" ptType="node" func="cnt" op="equ" val="6">
              <dgm:shape xmlns:r="http://schemas.openxmlformats.org/officeDocument/2006/relationships" type="pie" r:blip="">
                <dgm:adjLst>
                  <dgm:adj idx="1" val="30"/>
                  <dgm:adj idx="2" val="90"/>
                </dgm:adjLst>
              </dgm:shape>
            </dgm:if>
            <dgm:else name="Name78">
              <dgm:shape xmlns:r="http://schemas.openxmlformats.org/officeDocument/2006/relationships" type="pie" r:blip="">
                <dgm:adjLst>
                  <dgm:adj idx="1" val="12.85714"/>
                  <dgm:adj idx="2" val="64.28571"/>
                </dgm:adjLst>
              </dgm:shape>
            </dgm:else>
          </dgm:choose>
          <dgm:choose name="Name79">
            <dgm:if name="Name80" func="var" arg="dir" op="equ" val="norm">
              <dgm:presOf axis="ch desOrSelf" ptType="node node" st="3 1" cnt="1 0"/>
            </dgm:if>
            <dgm:else name="Name81">
              <dgm:choose name="Name82">
                <dgm:if name="Name83" axis="ch" ptType="node" func="cnt" op="equ" val="3">
                  <dgm:presOf axis="ch desOrSelf" ptType="node node" st="1 1" cnt="1 0"/>
                </dgm:if>
                <dgm:if name="Name84" axis="ch" ptType="node" func="cnt" op="equ" val="4">
                  <dgm:presOf axis="ch desOrSelf" ptType="node node" st="2 1" cnt="1 0"/>
                </dgm:if>
                <dgm:if name="Name85" axis="ch" ptType="node" func="cnt" op="equ" val="5">
                  <dgm:presOf axis="ch desOrSelf" ptType="node node" st="3 1" cnt="1 0"/>
                </dgm:if>
                <dgm:if name="Name86" axis="ch" ptType="node" func="cnt" op="equ" val="6">
                  <dgm:presOf axis="ch desOrSelf" ptType="node node" st="4 1" cnt="1 0"/>
                </dgm:if>
                <dgm:else name="Name87">
                  <dgm:presOf axis="ch desOrSelf" ptType="node node" st="5 1" cnt="1 0"/>
                </dgm:else>
              </dgm:choose>
            </dgm:else>
          </dgm:choose>
          <dgm:constrLst/>
          <dgm:ruleLst/>
        </dgm:layoutNode>
        <dgm:layoutNode name="dummy3a" moveWith="wedge3">
          <dgm:alg type="sp"/>
          <dgm:shape xmlns:r="http://schemas.openxmlformats.org/officeDocument/2006/relationships" r:blip="">
            <dgm:adjLst/>
          </dgm:shape>
          <dgm:presOf/>
          <dgm:constrLst>
            <dgm:constr type="w" val="1"/>
            <dgm:constr type="h" val="1"/>
          </dgm:constrLst>
          <dgm:ruleLst/>
        </dgm:layoutNode>
        <dgm:layoutNode name="dummy3b" moveWith="wedge3">
          <dgm:alg type="sp"/>
          <dgm:shape xmlns:r="http://schemas.openxmlformats.org/officeDocument/2006/relationships" r:blip="">
            <dgm:adjLst/>
          </dgm:shape>
          <dgm:presOf/>
          <dgm:constrLst>
            <dgm:constr type="w" val="1"/>
            <dgm:constr type="h" val="1"/>
          </dgm:constrLst>
          <dgm:ruleLst/>
        </dgm:layoutNode>
        <dgm:layoutNode name="wedge3Tx" moveWith="wedge3">
          <dgm:varLst>
            <dgm:chMax val="0"/>
            <dgm:chPref val="0"/>
            <dgm:bulletEnabled val="1"/>
          </dgm:varLst>
          <dgm:alg type="tx"/>
          <dgm:shape xmlns:r="http://schemas.openxmlformats.org/officeDocument/2006/relationships" type="rect" r:blip="" hideGeom="1">
            <dgm:adjLst/>
          </dgm:shape>
          <dgm:choose name="Name88">
            <dgm:if name="Name89" func="var" arg="dir" op="equ" val="norm">
              <dgm:presOf axis="ch desOrSelf" ptType="node node" st="3 1" cnt="1 0"/>
            </dgm:if>
            <dgm:else name="Name90">
              <dgm:choose name="Name91">
                <dgm:if name="Name92" axis="ch" ptType="node" func="cnt" op="equ" val="3">
                  <dgm:presOf axis="ch desOrSelf" ptType="node node" st="1 1" cnt="1 0"/>
                </dgm:if>
                <dgm:if name="Name93" axis="ch" ptType="node" func="cnt" op="equ" val="4">
                  <dgm:presOf axis="ch desOrSelf" ptType="node node" st="2 1" cnt="1 0"/>
                </dgm:if>
                <dgm:if name="Name94" axis="ch" ptType="node" func="cnt" op="equ" val="5">
                  <dgm:presOf axis="ch desOrSelf" ptType="node node" st="3 1" cnt="1 0"/>
                </dgm:if>
                <dgm:if name="Name95" axis="ch" ptType="node" func="cnt" op="equ" val="6">
                  <dgm:presOf axis="ch desOrSelf" ptType="node node" st="4 1" cnt="1 0"/>
                </dgm:if>
                <dgm:else name="Name96">
                  <dgm:presOf axis="ch desOrSelf" ptType="node node" st="5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97"/>
    </dgm:choose>
    <dgm:choose name="Name98">
      <dgm:if name="Name99" axis="ch" ptType="node" func="cnt" op="gte" val="4">
        <dgm:layoutNode name="wedge4">
          <dgm:alg type="sp"/>
          <dgm:choose name="Name100">
            <dgm:if name="Name101" axis="ch" ptType="node" func="cnt" op="equ" val="4">
              <dgm:shape xmlns:r="http://schemas.openxmlformats.org/officeDocument/2006/relationships" type="pie" r:blip="">
                <dgm:adjLst>
                  <dgm:adj idx="1" val="180"/>
                  <dgm:adj idx="2" val="270"/>
                </dgm:adjLst>
              </dgm:shape>
            </dgm:if>
            <dgm:if name="Name102" axis="ch" ptType="node" func="cnt" op="equ" val="5">
              <dgm:shape xmlns:r="http://schemas.openxmlformats.org/officeDocument/2006/relationships" type="pie" r:blip="">
                <dgm:adjLst>
                  <dgm:adj idx="1" val="126"/>
                  <dgm:adj idx="2" val="198"/>
                </dgm:adjLst>
              </dgm:shape>
            </dgm:if>
            <dgm:if name="Name103" axis="ch" ptType="node" func="cnt" op="equ" val="6">
              <dgm:shape xmlns:r="http://schemas.openxmlformats.org/officeDocument/2006/relationships" type="pie" r:blip="">
                <dgm:adjLst>
                  <dgm:adj idx="1" val="90"/>
                  <dgm:adj idx="2" val="150"/>
                </dgm:adjLst>
              </dgm:shape>
            </dgm:if>
            <dgm:else name="Name104">
              <dgm:shape xmlns:r="http://schemas.openxmlformats.org/officeDocument/2006/relationships" type="pie" r:blip="">
                <dgm:adjLst>
                  <dgm:adj idx="1" val="64.2871"/>
                  <dgm:adj idx="2" val="115.7143"/>
                </dgm:adjLst>
              </dgm:shape>
            </dgm:else>
          </dgm:choose>
          <dgm:choose name="Name105">
            <dgm:if name="Name106" func="var" arg="dir" op="equ" val="norm">
              <dgm:presOf axis="ch desOrSelf" ptType="node node" st="4 1" cnt="1 0"/>
            </dgm:if>
            <dgm:else name="Name107">
              <dgm:choose name="Name108">
                <dgm:if name="Name109" axis="ch" ptType="node" func="cnt" op="equ" val="4">
                  <dgm:presOf axis="ch desOrSelf" ptType="node node" st="1 1" cnt="1 0"/>
                </dgm:if>
                <dgm:if name="Name110" axis="ch" ptType="node" func="cnt" op="equ" val="5">
                  <dgm:presOf axis="ch desOrSelf" ptType="node node" st="2 1" cnt="1 0"/>
                </dgm:if>
                <dgm:if name="Name111" axis="ch" ptType="node" func="cnt" op="equ" val="6">
                  <dgm:presOf axis="ch desOrSelf" ptType="node node" st="3 1" cnt="1 0"/>
                </dgm:if>
                <dgm:else name="Name112">
                  <dgm:presOf axis="ch desOrSelf" ptType="node node" st="4 1" cnt="1 0"/>
                </dgm:else>
              </dgm:choose>
            </dgm:else>
          </dgm:choose>
          <dgm:constrLst/>
          <dgm:ruleLst/>
        </dgm:layoutNode>
        <dgm:layoutNode name="dummy4a" moveWith="wedge4">
          <dgm:alg type="sp"/>
          <dgm:shape xmlns:r="http://schemas.openxmlformats.org/officeDocument/2006/relationships" r:blip="">
            <dgm:adjLst/>
          </dgm:shape>
          <dgm:presOf/>
          <dgm:constrLst>
            <dgm:constr type="w" val="1"/>
            <dgm:constr type="h" val="1"/>
          </dgm:constrLst>
          <dgm:ruleLst/>
        </dgm:layoutNode>
        <dgm:layoutNode name="dummy4b" moveWith="wedge4">
          <dgm:alg type="sp"/>
          <dgm:shape xmlns:r="http://schemas.openxmlformats.org/officeDocument/2006/relationships" r:blip="">
            <dgm:adjLst/>
          </dgm:shape>
          <dgm:presOf/>
          <dgm:constrLst>
            <dgm:constr type="w" val="1"/>
            <dgm:constr type="h" val="1"/>
          </dgm:constrLst>
          <dgm:ruleLst/>
        </dgm:layoutNode>
        <dgm:layoutNode name="wedge4Tx" moveWith="wedge4">
          <dgm:varLst>
            <dgm:chMax val="0"/>
            <dgm:chPref val="0"/>
            <dgm:bulletEnabled val="1"/>
          </dgm:varLst>
          <dgm:alg type="tx"/>
          <dgm:shape xmlns:r="http://schemas.openxmlformats.org/officeDocument/2006/relationships" type="rect" r:blip="" hideGeom="1">
            <dgm:adjLst/>
          </dgm:shape>
          <dgm:choose name="Name113">
            <dgm:if name="Name114" func="var" arg="dir" op="equ" val="norm">
              <dgm:presOf axis="ch desOrSelf" ptType="node node" st="4 1" cnt="1 0"/>
            </dgm:if>
            <dgm:else name="Name115">
              <dgm:choose name="Name116">
                <dgm:if name="Name117" axis="ch" ptType="node" func="cnt" op="equ" val="4">
                  <dgm:presOf axis="ch desOrSelf" ptType="node node" st="1 1" cnt="1 0"/>
                </dgm:if>
                <dgm:if name="Name118" axis="ch" ptType="node" func="cnt" op="equ" val="5">
                  <dgm:presOf axis="ch desOrSelf" ptType="node node" st="2 1" cnt="1 0"/>
                </dgm:if>
                <dgm:if name="Name119" axis="ch" ptType="node" func="cnt" op="equ" val="6">
                  <dgm:presOf axis="ch desOrSelf" ptType="node node" st="3 1" cnt="1 0"/>
                </dgm:if>
                <dgm:else name="Name120">
                  <dgm:presOf axis="ch desOrSelf" ptType="node node" st="4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21"/>
    </dgm:choose>
    <dgm:choose name="Name122">
      <dgm:if name="Name123" axis="ch" ptType="node" func="cnt" op="gte" val="5">
        <dgm:layoutNode name="wedge5">
          <dgm:alg type="sp"/>
          <dgm:choose name="Name124">
            <dgm:if name="Name125" axis="ch" ptType="node" func="cnt" op="equ" val="5">
              <dgm:shape xmlns:r="http://schemas.openxmlformats.org/officeDocument/2006/relationships" type="pie" r:blip="">
                <dgm:adjLst>
                  <dgm:adj idx="1" val="198"/>
                  <dgm:adj idx="2" val="270"/>
                </dgm:adjLst>
              </dgm:shape>
            </dgm:if>
            <dgm:if name="Name126" axis="ch" ptType="node" func="cnt" op="equ" val="6">
              <dgm:shape xmlns:r="http://schemas.openxmlformats.org/officeDocument/2006/relationships" type="pie" r:blip="">
                <dgm:adjLst>
                  <dgm:adj idx="1" val="150"/>
                  <dgm:adj idx="2" val="210"/>
                </dgm:adjLst>
              </dgm:shape>
            </dgm:if>
            <dgm:else name="Name127">
              <dgm:shape xmlns:r="http://schemas.openxmlformats.org/officeDocument/2006/relationships" type="pie" r:blip="">
                <dgm:adjLst>
                  <dgm:adj idx="1" val="115.7143"/>
                  <dgm:adj idx="2" val="167.1429"/>
                </dgm:adjLst>
              </dgm:shape>
            </dgm:else>
          </dgm:choose>
          <dgm:choose name="Name128">
            <dgm:if name="Name129" func="var" arg="dir" op="equ" val="norm">
              <dgm:presOf axis="ch desOrSelf" ptType="node node" st="5 1" cnt="1 0"/>
            </dgm:if>
            <dgm:else name="Name130">
              <dgm:choose name="Name131">
                <dgm:if name="Name132" axis="ch" ptType="node" func="cnt" op="equ" val="5">
                  <dgm:presOf axis="ch desOrSelf" ptType="node node" st="1 1" cnt="1 0"/>
                </dgm:if>
                <dgm:if name="Name133" axis="ch" ptType="node" func="cnt" op="equ" val="6">
                  <dgm:presOf axis="ch desOrSelf" ptType="node node" st="2 1" cnt="1 0"/>
                </dgm:if>
                <dgm:else name="Name134">
                  <dgm:presOf axis="ch desOrSelf" ptType="node node" st="3 1" cnt="1 0"/>
                </dgm:else>
              </dgm:choose>
            </dgm:else>
          </dgm:choose>
          <dgm:constrLst/>
          <dgm:ruleLst/>
        </dgm:layoutNode>
        <dgm:layoutNode name="dummy5a" moveWith="wedge5">
          <dgm:alg type="sp"/>
          <dgm:shape xmlns:r="http://schemas.openxmlformats.org/officeDocument/2006/relationships" r:blip="">
            <dgm:adjLst/>
          </dgm:shape>
          <dgm:presOf/>
          <dgm:constrLst>
            <dgm:constr type="w" val="1"/>
            <dgm:constr type="h" val="1"/>
          </dgm:constrLst>
          <dgm:ruleLst/>
        </dgm:layoutNode>
        <dgm:layoutNode name="dummy5b" moveWith="wedge5">
          <dgm:alg type="sp"/>
          <dgm:shape xmlns:r="http://schemas.openxmlformats.org/officeDocument/2006/relationships" r:blip="">
            <dgm:adjLst/>
          </dgm:shape>
          <dgm:presOf/>
          <dgm:constrLst>
            <dgm:constr type="w" val="1"/>
            <dgm:constr type="h" val="1"/>
          </dgm:constrLst>
          <dgm:ruleLst/>
        </dgm:layoutNode>
        <dgm:layoutNode name="wedge5Tx" moveWith="wedge5">
          <dgm:varLst>
            <dgm:chMax val="0"/>
            <dgm:chPref val="0"/>
            <dgm:bulletEnabled val="1"/>
          </dgm:varLst>
          <dgm:alg type="tx"/>
          <dgm:shape xmlns:r="http://schemas.openxmlformats.org/officeDocument/2006/relationships" type="rect" r:blip="" hideGeom="1">
            <dgm:adjLst/>
          </dgm:shape>
          <dgm:choose name="Name135">
            <dgm:if name="Name136" func="var" arg="dir" op="equ" val="norm">
              <dgm:presOf axis="ch desOrSelf" ptType="node node" st="5 1" cnt="1 0"/>
            </dgm:if>
            <dgm:else name="Name137">
              <dgm:choose name="Name138">
                <dgm:if name="Name139" axis="ch" ptType="node" func="cnt" op="equ" val="5">
                  <dgm:presOf axis="ch desOrSelf" ptType="node node" st="1 1" cnt="1 0"/>
                </dgm:if>
                <dgm:if name="Name140" axis="ch" ptType="node" func="cnt" op="equ" val="6">
                  <dgm:presOf axis="ch desOrSelf" ptType="node node" st="2 1" cnt="1 0"/>
                </dgm:if>
                <dgm:else name="Name141">
                  <dgm:presOf axis="ch desOrSelf" ptType="node node" st="3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42"/>
    </dgm:choose>
    <dgm:choose name="Name143">
      <dgm:if name="Name144" axis="ch" ptType="node" func="cnt" op="gte" val="6">
        <dgm:layoutNode name="wedge6">
          <dgm:alg type="sp"/>
          <dgm:choose name="Name145">
            <dgm:if name="Name146" axis="ch" ptType="node" func="cnt" op="equ" val="6">
              <dgm:shape xmlns:r="http://schemas.openxmlformats.org/officeDocument/2006/relationships" type="pie" r:blip="">
                <dgm:adjLst>
                  <dgm:adj idx="1" val="210"/>
                  <dgm:adj idx="2" val="270"/>
                </dgm:adjLst>
              </dgm:shape>
            </dgm:if>
            <dgm:else name="Name147">
              <dgm:shape xmlns:r="http://schemas.openxmlformats.org/officeDocument/2006/relationships" type="pie" r:blip="">
                <dgm:adjLst>
                  <dgm:adj idx="1" val="167.1429"/>
                  <dgm:adj idx="2" val="218.5714"/>
                </dgm:adjLst>
              </dgm:shape>
            </dgm:else>
          </dgm:choose>
          <dgm:choose name="Name148">
            <dgm:if name="Name149" func="var" arg="dir" op="equ" val="norm">
              <dgm:presOf axis="ch desOrSelf" ptType="node node" st="6 1" cnt="1 0"/>
            </dgm:if>
            <dgm:else name="Name150">
              <dgm:choose name="Name151">
                <dgm:if name="Name152" axis="ch" ptType="node" func="cnt" op="equ" val="6">
                  <dgm:presOf axis="ch desOrSelf" ptType="node node" st="1 1" cnt="1 0"/>
                </dgm:if>
                <dgm:else name="Name153">
                  <dgm:presOf axis="ch desOrSelf" ptType="node node" st="2 1" cnt="1 0"/>
                </dgm:else>
              </dgm:choose>
            </dgm:else>
          </dgm:choose>
          <dgm:constrLst/>
          <dgm:ruleLst/>
        </dgm:layoutNode>
        <dgm:layoutNode name="dummy6a" moveWith="wedge6">
          <dgm:alg type="sp"/>
          <dgm:shape xmlns:r="http://schemas.openxmlformats.org/officeDocument/2006/relationships" r:blip="">
            <dgm:adjLst/>
          </dgm:shape>
          <dgm:presOf/>
          <dgm:constrLst>
            <dgm:constr type="w" val="1"/>
            <dgm:constr type="h" val="1"/>
          </dgm:constrLst>
          <dgm:ruleLst/>
        </dgm:layoutNode>
        <dgm:layoutNode name="dummy6b" moveWith="wedge6">
          <dgm:alg type="sp"/>
          <dgm:shape xmlns:r="http://schemas.openxmlformats.org/officeDocument/2006/relationships" r:blip="">
            <dgm:adjLst/>
          </dgm:shape>
          <dgm:presOf/>
          <dgm:constrLst>
            <dgm:constr type="w" val="1"/>
            <dgm:constr type="h" val="1"/>
          </dgm:constrLst>
          <dgm:ruleLst/>
        </dgm:layoutNode>
        <dgm:layoutNode name="wedge6Tx" moveWith="wedge6">
          <dgm:varLst>
            <dgm:chMax val="0"/>
            <dgm:chPref val="0"/>
            <dgm:bulletEnabled val="1"/>
          </dgm:varLst>
          <dgm:alg type="tx"/>
          <dgm:shape xmlns:r="http://schemas.openxmlformats.org/officeDocument/2006/relationships" type="rect" r:blip="" hideGeom="1">
            <dgm:adjLst/>
          </dgm:shape>
          <dgm:choose name="Name154">
            <dgm:if name="Name155" func="var" arg="dir" op="equ" val="norm">
              <dgm:presOf axis="ch desOrSelf" ptType="node node" st="6 1" cnt="1 0"/>
            </dgm:if>
            <dgm:else name="Name156">
              <dgm:choose name="Name157">
                <dgm:if name="Name158" axis="ch" ptType="node" func="cnt" op="equ" val="6">
                  <dgm:presOf axis="ch desOrSelf" ptType="node node" st="1 1" cnt="1 0"/>
                </dgm:if>
                <dgm:else name="Name159">
                  <dgm:presOf axis="ch desOrSelf" ptType="node node" st="2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60"/>
    </dgm:choose>
    <dgm:choose name="Name161">
      <dgm:if name="Name162" axis="ch" ptType="node" func="cnt" op="gte" val="7">
        <dgm:layoutNode name="wedge7">
          <dgm:alg type="sp"/>
          <dgm:shape xmlns:r="http://schemas.openxmlformats.org/officeDocument/2006/relationships" type="pie" r:blip="">
            <dgm:adjLst>
              <dgm:adj idx="1" val="218.5714"/>
              <dgm:adj idx="2" val="270"/>
            </dgm:adjLst>
          </dgm:shape>
          <dgm:choose name="Name163">
            <dgm:if name="Name164" func="var" arg="dir" op="equ" val="norm">
              <dgm:presOf axis="ch desOrSelf" ptType="node node" st="7 1" cnt="1 0"/>
            </dgm:if>
            <dgm:else name="Name165">
              <dgm:presOf axis="ch desOrSelf" ptType="node node" st="1 1" cnt="1 0"/>
            </dgm:else>
          </dgm:choose>
          <dgm:constrLst/>
          <dgm:ruleLst/>
        </dgm:layoutNode>
        <dgm:layoutNode name="dummy7a" moveWith="wedge7">
          <dgm:alg type="sp"/>
          <dgm:shape xmlns:r="http://schemas.openxmlformats.org/officeDocument/2006/relationships" r:blip="">
            <dgm:adjLst/>
          </dgm:shape>
          <dgm:presOf/>
          <dgm:constrLst>
            <dgm:constr type="w" val="1"/>
            <dgm:constr type="h" val="1"/>
          </dgm:constrLst>
          <dgm:ruleLst/>
        </dgm:layoutNode>
        <dgm:layoutNode name="dummy7b" moveWith="wedge7">
          <dgm:alg type="sp"/>
          <dgm:shape xmlns:r="http://schemas.openxmlformats.org/officeDocument/2006/relationships" r:blip="">
            <dgm:adjLst/>
          </dgm:shape>
          <dgm:presOf/>
          <dgm:constrLst>
            <dgm:constr type="w" val="1"/>
            <dgm:constr type="h" val="1"/>
          </dgm:constrLst>
          <dgm:ruleLst/>
        </dgm:layoutNode>
        <dgm:layoutNode name="wedge7Tx" moveWith="wedge7">
          <dgm:varLst>
            <dgm:chMax val="0"/>
            <dgm:chPref val="0"/>
            <dgm:bulletEnabled val="1"/>
          </dgm:varLst>
          <dgm:alg type="tx"/>
          <dgm:shape xmlns:r="http://schemas.openxmlformats.org/officeDocument/2006/relationships" type="rect" r:blip="" hideGeom="1">
            <dgm:adjLst/>
          </dgm:shape>
          <dgm:choose name="Name166">
            <dgm:if name="Name167" func="var" arg="dir" op="equ" val="norm">
              <dgm:presOf axis="ch desOrSelf" ptType="node node" st="7 1" cnt="1 0"/>
            </dgm:if>
            <dgm:else name="Name168">
              <dgm:presOf axis="ch desOrSelf" ptType="node node" st="1 1" cnt="1 0"/>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69"/>
    </dgm:choose>
    <dgm:choose name="Name170">
      <dgm:if name="Name171" axis="ch" ptType="node" func="cnt" op="equ" val="1">
        <dgm:forEach name="Name172" axis="ch" ptType="sibTrans" hideLastTrans="0" cnt="1">
          <dgm:layoutNode name="arrowWedge1single" styleLbl="fgSibTrans2D1">
            <dgm:choose name="Name173">
              <dgm:if name="Name174" func="var" arg="dir" op="equ" val="norm">
                <dgm:alg type="conn">
                  <dgm:param type="connRout" val="longCurve"/>
                  <dgm:param type="srcNode" val="dummy1a"/>
                  <dgm:param type="dstNode" val="dummy1b"/>
                  <dgm:param type="begPts" val="tL"/>
                  <dgm:param type="endPts" val="tR"/>
                  <dgm:param type="begSty" val="arr"/>
                  <dgm:param type="endSty" val="noArr"/>
                </dgm:alg>
              </dgm:if>
              <dgm:else name="Name175">
                <dgm:alg type="conn">
                  <dgm:param type="connRout" val="longCurve"/>
                  <dgm:param type="srcNode" val="dummy1a"/>
                  <dgm:param type="dstNode" val="dummy1b"/>
                  <dgm:param type="begPts" val="tL"/>
                  <dgm:param type="endPts" val="tR"/>
                  <dgm:param type="begSty" val="noArr"/>
                  <dgm:param type="endSty" val="arr"/>
                </dgm:alg>
              </dgm:else>
            </dgm:choose>
            <dgm:shape xmlns:r="http://schemas.openxmlformats.org/officeDocument/2006/relationships" type="conn" r:blip="">
              <dgm:adjLst/>
            </dgm:shape>
            <dgm:presOf/>
            <dgm:constrLst>
              <dgm:constr type="w" val="1"/>
              <dgm:constr type="begPad"/>
              <dgm:constr type="endPad"/>
            </dgm:constrLst>
            <dgm:ruleLst/>
          </dgm:layoutNode>
        </dgm:forEach>
      </dgm:if>
      <dgm:if name="Name176" axis="ch" ptType="node" func="cnt" op="gte" val="2">
        <dgm:forEach name="Name177" axis="ch" ptType="sibTrans" hideLastTrans="0" cnt="1">
          <dgm:layoutNode name="arrowWedge1" styleLbl="fgSibTrans2D1">
            <dgm:choose name="Name178">
              <dgm:if name="Name179" func="var" arg="dir" op="equ" val="norm">
                <dgm:alg type="conn">
                  <dgm:param type="connRout" val="curve"/>
                  <dgm:param type="srcNode" val="dummy1a"/>
                  <dgm:param type="dstNode" val="dummy1b"/>
                  <dgm:param type="begPts" val="tL"/>
                  <dgm:param type="endPts" val="tL"/>
                  <dgm:param type="begSty" val="noArr"/>
                  <dgm:param type="endSty" val="arr"/>
                </dgm:alg>
              </dgm:if>
              <dgm:else name="Name180">
                <dgm:alg type="conn">
                  <dgm:param type="connRout" val="curve"/>
                  <dgm:param type="srcNode" val="dummy1a"/>
                  <dgm:param type="dstNode" val="dummy1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if>
      <dgm:else name="Name181"/>
    </dgm:choose>
    <dgm:forEach name="Name182" axis="ch" ptType="sibTrans" hideLastTrans="0" st="2" cnt="1">
      <dgm:layoutNode name="arrowWedge2" styleLbl="fgSibTrans2D1">
        <dgm:choose name="Name183">
          <dgm:if name="Name184" func="var" arg="dir" op="equ" val="norm">
            <dgm:alg type="conn">
              <dgm:param type="connRout" val="curve"/>
              <dgm:param type="srcNode" val="dummy2a"/>
              <dgm:param type="dstNode" val="dummy2b"/>
              <dgm:param type="begPts" val="tL"/>
              <dgm:param type="endPts" val="tL"/>
              <dgm:param type="begSty" val="noArr"/>
              <dgm:param type="endSty" val="arr"/>
            </dgm:alg>
          </dgm:if>
          <dgm:else name="Name185">
            <dgm:alg type="conn">
              <dgm:param type="connRout" val="curve"/>
              <dgm:param type="srcNode" val="dummy2a"/>
              <dgm:param type="dstNode" val="dummy2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forEach name="Name186" axis="ch" ptType="sibTrans" hideLastTrans="0" st="3" cnt="1">
      <dgm:layoutNode name="arrowWedge3" styleLbl="fgSibTrans2D1">
        <dgm:choose name="Name187">
          <dgm:if name="Name188" func="var" arg="dir" op="equ" val="norm">
            <dgm:alg type="conn">
              <dgm:param type="connRout" val="curve"/>
              <dgm:param type="srcNode" val="dummy3a"/>
              <dgm:param type="dstNode" val="dummy3b"/>
              <dgm:param type="begPts" val="tL"/>
              <dgm:param type="endPts" val="tL"/>
              <dgm:param type="begSty" val="noArr"/>
              <dgm:param type="endSty" val="arr"/>
            </dgm:alg>
          </dgm:if>
          <dgm:else name="Name189">
            <dgm:alg type="conn">
              <dgm:param type="connRout" val="curve"/>
              <dgm:param type="srcNode" val="dummy3a"/>
              <dgm:param type="dstNode" val="dummy3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forEach name="Name190" axis="ch" ptType="sibTrans" hideLastTrans="0" st="4" cnt="1">
      <dgm:layoutNode name="arrowWedge4" styleLbl="fgSibTrans2D1">
        <dgm:choose name="Name191">
          <dgm:if name="Name192" func="var" arg="dir" op="equ" val="norm">
            <dgm:alg type="conn">
              <dgm:param type="connRout" val="curve"/>
              <dgm:param type="srcNode" val="dummy4a"/>
              <dgm:param type="dstNode" val="dummy4b"/>
              <dgm:param type="begPts" val="tL"/>
              <dgm:param type="endPts" val="tL"/>
              <dgm:param type="begSty" val="noArr"/>
              <dgm:param type="endSty" val="arr"/>
            </dgm:alg>
          </dgm:if>
          <dgm:else name="Name193">
            <dgm:alg type="conn">
              <dgm:param type="connRout" val="curve"/>
              <dgm:param type="srcNode" val="dummy4a"/>
              <dgm:param type="dstNode" val="dummy4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forEach name="Name194" axis="ch" ptType="sibTrans" hideLastTrans="0" st="5" cnt="1">
      <dgm:layoutNode name="arrowWedge5" styleLbl="fgSibTrans2D1">
        <dgm:choose name="Name195">
          <dgm:if name="Name196" func="var" arg="dir" op="equ" val="norm">
            <dgm:alg type="conn">
              <dgm:param type="connRout" val="curve"/>
              <dgm:param type="srcNode" val="dummy5a"/>
              <dgm:param type="dstNode" val="dummy5b"/>
              <dgm:param type="begPts" val="tL"/>
              <dgm:param type="endPts" val="tL"/>
              <dgm:param type="begSty" val="noArr"/>
              <dgm:param type="endSty" val="arr"/>
            </dgm:alg>
          </dgm:if>
          <dgm:else name="Name197">
            <dgm:alg type="conn">
              <dgm:param type="connRout" val="curve"/>
              <dgm:param type="srcNode" val="dummy5a"/>
              <dgm:param type="dstNode" val="dummy5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forEach name="Name198" axis="ch" ptType="sibTrans" hideLastTrans="0" st="6" cnt="1">
      <dgm:layoutNode name="arrowWedge6" styleLbl="fgSibTrans2D1">
        <dgm:choose name="Name199">
          <dgm:if name="Name200" func="var" arg="dir" op="equ" val="norm">
            <dgm:alg type="conn">
              <dgm:param type="connRout" val="curve"/>
              <dgm:param type="srcNode" val="dummy6a"/>
              <dgm:param type="dstNode" val="dummy6b"/>
              <dgm:param type="begPts" val="tL"/>
              <dgm:param type="endPts" val="tL"/>
              <dgm:param type="begSty" val="noArr"/>
              <dgm:param type="endSty" val="arr"/>
            </dgm:alg>
          </dgm:if>
          <dgm:else name="Name201">
            <dgm:alg type="conn">
              <dgm:param type="connRout" val="curve"/>
              <dgm:param type="srcNode" val="dummy6a"/>
              <dgm:param type="dstNode" val="dummy6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forEach name="Name202" axis="ch" ptType="sibTrans" hideLastTrans="0" st="7" cnt="1">
      <dgm:layoutNode name="arrowWedge7" styleLbl="fgSibTrans2D1">
        <dgm:choose name="Name203">
          <dgm:if name="Name204" func="var" arg="dir" op="equ" val="norm">
            <dgm:alg type="conn">
              <dgm:param type="connRout" val="curve"/>
              <dgm:param type="srcNode" val="dummy7a"/>
              <dgm:param type="dstNode" val="dummy7b"/>
              <dgm:param type="begPts" val="tL"/>
              <dgm:param type="endPts" val="tL"/>
              <dgm:param type="begSty" val="noArr"/>
              <dgm:param type="endSty" val="arr"/>
            </dgm:alg>
          </dgm:if>
          <dgm:else name="Name205">
            <dgm:alg type="conn">
              <dgm:param type="connRout" val="curve"/>
              <dgm:param type="srcNode" val="dummy7a"/>
              <dgm:param type="dstNode" val="dummy7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2">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E98478D-2017-6B42-82DF-31F349C5E379}" type="datetimeFigureOut">
              <a:rPr lang="en-US" smtClean="0"/>
              <a:t>10/5/2026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766EEE4-7788-8D4C-B106-DDC1CC623CC9}" type="slidenum">
              <a:rPr lang="en-US" smtClean="0"/>
              <a:t>‹#›</a:t>
            </a:fld>
            <a:endParaRPr lang="en-US"/>
          </a:p>
        </p:txBody>
      </p:sp>
    </p:spTree>
    <p:extLst>
      <p:ext uri="{BB962C8B-B14F-4D97-AF65-F5344CB8AC3E}">
        <p14:creationId xmlns:p14="http://schemas.microsoft.com/office/powerpoint/2010/main" val="226687164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FA955AC-BBE9-A144-BEA0-0A44958C1A85}" type="slidenum">
              <a:rPr lang="en-US" smtClean="0"/>
              <a:t>1</a:t>
            </a:fld>
            <a:endParaRPr lang="en-US"/>
          </a:p>
        </p:txBody>
      </p:sp>
    </p:spTree>
    <p:extLst>
      <p:ext uri="{BB962C8B-B14F-4D97-AF65-F5344CB8AC3E}">
        <p14:creationId xmlns:p14="http://schemas.microsoft.com/office/powerpoint/2010/main" val="379915825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743FDB-D2A8-867F-3ACB-3E7BCCF7D06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C57AC74-9D7A-768B-A8C5-ADDA72C7B04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090E03C-8E5D-D884-BE6A-150F1453F19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D910483-CA22-A7D3-C5E0-F9C3EF000EE5}"/>
              </a:ext>
            </a:extLst>
          </p:cNvPr>
          <p:cNvSpPr>
            <a:spLocks noGrp="1"/>
          </p:cNvSpPr>
          <p:nvPr>
            <p:ph type="sldNum" sz="quarter" idx="5"/>
          </p:nvPr>
        </p:nvSpPr>
        <p:spPr/>
        <p:txBody>
          <a:bodyPr/>
          <a:lstStyle/>
          <a:p>
            <a:fld id="{0766EEE4-7788-8D4C-B106-DDC1CC623CC9}" type="slidenum">
              <a:rPr lang="en-US" smtClean="0"/>
              <a:t>2</a:t>
            </a:fld>
            <a:endParaRPr lang="en-US"/>
          </a:p>
        </p:txBody>
      </p:sp>
    </p:spTree>
    <p:extLst>
      <p:ext uri="{BB962C8B-B14F-4D97-AF65-F5344CB8AC3E}">
        <p14:creationId xmlns:p14="http://schemas.microsoft.com/office/powerpoint/2010/main" val="137543601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766EEE4-7788-8D4C-B106-DDC1CC623CC9}" type="slidenum">
              <a:rPr lang="en-US" smtClean="0"/>
              <a:t>3</a:t>
            </a:fld>
            <a:endParaRPr lang="en-US"/>
          </a:p>
        </p:txBody>
      </p:sp>
    </p:spTree>
    <p:extLst>
      <p:ext uri="{BB962C8B-B14F-4D97-AF65-F5344CB8AC3E}">
        <p14:creationId xmlns:p14="http://schemas.microsoft.com/office/powerpoint/2010/main" val="366002338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766EEE4-7788-8D4C-B106-DDC1CC623CC9}" type="slidenum">
              <a:rPr lang="en-US" smtClean="0"/>
              <a:t>6</a:t>
            </a:fld>
            <a:endParaRPr lang="en-US"/>
          </a:p>
        </p:txBody>
      </p:sp>
    </p:spTree>
    <p:extLst>
      <p:ext uri="{BB962C8B-B14F-4D97-AF65-F5344CB8AC3E}">
        <p14:creationId xmlns:p14="http://schemas.microsoft.com/office/powerpoint/2010/main" val="314604559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Oversimplification: like describing the space shuttle as something that flies. Words are inadequate to describe a complex service system.</a:t>
            </a:r>
          </a:p>
          <a:p>
            <a:r>
              <a:rPr lang="en-US" dirty="0"/>
              <a:t>Incompleteness: when describing services, people tend to omit details they are not familiar with. </a:t>
            </a:r>
          </a:p>
          <a:p>
            <a:r>
              <a:rPr lang="en-US" dirty="0"/>
              <a:t>Subjectivity: anyone describing a service will be biased by their own experiences and exposure to the service. We all have our own opinions even in the same service!</a:t>
            </a:r>
          </a:p>
          <a:p>
            <a:r>
              <a:rPr lang="en-US" dirty="0"/>
              <a:t>Biased Interpretation: no two people will describe a service (or their experience) in the exact same way and how others interpret what is said will also vary.</a:t>
            </a:r>
          </a:p>
          <a:p>
            <a:endParaRPr lang="en-US" dirty="0"/>
          </a:p>
        </p:txBody>
      </p:sp>
      <p:sp>
        <p:nvSpPr>
          <p:cNvPr id="4" name="Slide Number Placeholder 3"/>
          <p:cNvSpPr>
            <a:spLocks noGrp="1"/>
          </p:cNvSpPr>
          <p:nvPr>
            <p:ph type="sldNum" sz="quarter" idx="5"/>
          </p:nvPr>
        </p:nvSpPr>
        <p:spPr/>
        <p:txBody>
          <a:bodyPr/>
          <a:lstStyle/>
          <a:p>
            <a:fld id="{0766EEE4-7788-8D4C-B106-DDC1CC623CC9}" type="slidenum">
              <a:rPr lang="en-US" smtClean="0"/>
              <a:t>7</a:t>
            </a:fld>
            <a:endParaRPr lang="en-US"/>
          </a:p>
        </p:txBody>
      </p:sp>
    </p:spTree>
    <p:extLst>
      <p:ext uri="{BB962C8B-B14F-4D97-AF65-F5344CB8AC3E}">
        <p14:creationId xmlns:p14="http://schemas.microsoft.com/office/powerpoint/2010/main" val="407036398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Employees are on the service, customers co-create the service</a:t>
            </a:r>
          </a:p>
          <a:p>
            <a:r>
              <a:rPr lang="en-US" dirty="0"/>
              <a:t>User-centered: services should be experienced and designed through the customer’s eyes.</a:t>
            </a:r>
          </a:p>
          <a:p>
            <a:r>
              <a:rPr lang="en-US" dirty="0" err="1"/>
              <a:t>Cocreative</a:t>
            </a:r>
            <a:r>
              <a:rPr lang="en-US" dirty="0"/>
              <a:t>: all stakeholders should be included in the service design process.</a:t>
            </a:r>
          </a:p>
          <a:p>
            <a:r>
              <a:rPr lang="en-US" dirty="0"/>
              <a:t>Sequencing: a service should be visualized as a sequence of interrelated actions. </a:t>
            </a:r>
          </a:p>
          <a:p>
            <a:r>
              <a:rPr lang="en-US" dirty="0"/>
              <a:t>Evidencing: intangible services should be visualized in terms of physical artifacts.</a:t>
            </a:r>
          </a:p>
          <a:p>
            <a:r>
              <a:rPr lang="en-US" dirty="0"/>
              <a:t>Holistic: the entire environment of a service should be considered. </a:t>
            </a:r>
          </a:p>
          <a:p>
            <a:endParaRPr lang="en-US" dirty="0"/>
          </a:p>
        </p:txBody>
      </p:sp>
      <p:sp>
        <p:nvSpPr>
          <p:cNvPr id="4" name="Slide Number Placeholder 3"/>
          <p:cNvSpPr>
            <a:spLocks noGrp="1"/>
          </p:cNvSpPr>
          <p:nvPr>
            <p:ph type="sldNum" sz="quarter" idx="5"/>
          </p:nvPr>
        </p:nvSpPr>
        <p:spPr/>
        <p:txBody>
          <a:bodyPr/>
          <a:lstStyle/>
          <a:p>
            <a:fld id="{0766EEE4-7788-8D4C-B106-DDC1CC623CC9}" type="slidenum">
              <a:rPr lang="en-US" smtClean="0"/>
              <a:t>8</a:t>
            </a:fld>
            <a:endParaRPr lang="en-US"/>
          </a:p>
        </p:txBody>
      </p:sp>
    </p:spTree>
    <p:extLst>
      <p:ext uri="{BB962C8B-B14F-4D97-AF65-F5344CB8AC3E}">
        <p14:creationId xmlns:p14="http://schemas.microsoft.com/office/powerpoint/2010/main" val="123976546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9F69AC-627C-2642-9F7F-293A9516A05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57A5148-CC96-5CE4-1FB1-E17031BE46D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3616441-3EE4-4D4A-E54C-D9AE3DB95AE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B93A9B5-72E0-2DAB-5F43-0CF10933ACBE}"/>
              </a:ext>
            </a:extLst>
          </p:cNvPr>
          <p:cNvSpPr>
            <a:spLocks noGrp="1"/>
          </p:cNvSpPr>
          <p:nvPr>
            <p:ph type="sldNum" sz="quarter" idx="5"/>
          </p:nvPr>
        </p:nvSpPr>
        <p:spPr/>
        <p:txBody>
          <a:bodyPr/>
          <a:lstStyle/>
          <a:p>
            <a:fld id="{0766EEE4-7788-8D4C-B106-DDC1CC623CC9}" type="slidenum">
              <a:rPr lang="en-US" smtClean="0"/>
              <a:t>9</a:t>
            </a:fld>
            <a:endParaRPr lang="en-US"/>
          </a:p>
        </p:txBody>
      </p:sp>
    </p:spTree>
    <p:extLst>
      <p:ext uri="{BB962C8B-B14F-4D97-AF65-F5344CB8AC3E}">
        <p14:creationId xmlns:p14="http://schemas.microsoft.com/office/powerpoint/2010/main" val="287740941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766EEE4-7788-8D4C-B106-DDC1CC623CC9}" type="slidenum">
              <a:rPr lang="en-US" smtClean="0"/>
              <a:t>11</a:t>
            </a:fld>
            <a:endParaRPr lang="en-US"/>
          </a:p>
        </p:txBody>
      </p:sp>
    </p:spTree>
    <p:extLst>
      <p:ext uri="{BB962C8B-B14F-4D97-AF65-F5344CB8AC3E}">
        <p14:creationId xmlns:p14="http://schemas.microsoft.com/office/powerpoint/2010/main" val="332602036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766EEE4-7788-8D4C-B106-DDC1CC623CC9}" type="slidenum">
              <a:rPr lang="en-US" smtClean="0"/>
              <a:t>12</a:t>
            </a:fld>
            <a:endParaRPr lang="en-US"/>
          </a:p>
        </p:txBody>
      </p:sp>
    </p:spTree>
    <p:extLst>
      <p:ext uri="{BB962C8B-B14F-4D97-AF65-F5344CB8AC3E}">
        <p14:creationId xmlns:p14="http://schemas.microsoft.com/office/powerpoint/2010/main" val="159983903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E13614-D7D1-D664-035E-0935E47FF49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FE5A600-03A8-C68E-84FD-96C1D232F42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B1F6397-E18B-328D-3391-7F41651FA8F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53CD58B-A56D-D439-5191-CEFD0F4CB25C}"/>
              </a:ext>
            </a:extLst>
          </p:cNvPr>
          <p:cNvSpPr>
            <a:spLocks noGrp="1"/>
          </p:cNvSpPr>
          <p:nvPr>
            <p:ph type="sldNum" sz="quarter" idx="5"/>
          </p:nvPr>
        </p:nvSpPr>
        <p:spPr/>
        <p:txBody>
          <a:bodyPr/>
          <a:lstStyle/>
          <a:p>
            <a:fld id="{0766EEE4-7788-8D4C-B106-DDC1CC623CC9}" type="slidenum">
              <a:rPr lang="en-US" smtClean="0"/>
              <a:t>13</a:t>
            </a:fld>
            <a:endParaRPr lang="en-US"/>
          </a:p>
        </p:txBody>
      </p:sp>
    </p:spTree>
    <p:extLst>
      <p:ext uri="{BB962C8B-B14F-4D97-AF65-F5344CB8AC3E}">
        <p14:creationId xmlns:p14="http://schemas.microsoft.com/office/powerpoint/2010/main" val="10068319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766EEE4-7788-8D4C-B106-DDC1CC623CC9}" type="slidenum">
              <a:rPr lang="en-US" smtClean="0"/>
              <a:t>14</a:t>
            </a:fld>
            <a:endParaRPr lang="en-US"/>
          </a:p>
        </p:txBody>
      </p:sp>
    </p:spTree>
    <p:extLst>
      <p:ext uri="{BB962C8B-B14F-4D97-AF65-F5344CB8AC3E}">
        <p14:creationId xmlns:p14="http://schemas.microsoft.com/office/powerpoint/2010/main" val="412209418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766EEE4-7788-8D4C-B106-DDC1CC623CC9}" type="slidenum">
              <a:rPr lang="en-US" smtClean="0"/>
              <a:t>15</a:t>
            </a:fld>
            <a:endParaRPr lang="en-US"/>
          </a:p>
        </p:txBody>
      </p:sp>
    </p:spTree>
    <p:extLst>
      <p:ext uri="{BB962C8B-B14F-4D97-AF65-F5344CB8AC3E}">
        <p14:creationId xmlns:p14="http://schemas.microsoft.com/office/powerpoint/2010/main" val="149766229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766EEE4-7788-8D4C-B106-DDC1CC623CC9}" type="slidenum">
              <a:rPr lang="en-US" smtClean="0"/>
              <a:t>16</a:t>
            </a:fld>
            <a:endParaRPr lang="en-US"/>
          </a:p>
        </p:txBody>
      </p:sp>
    </p:spTree>
    <p:extLst>
      <p:ext uri="{BB962C8B-B14F-4D97-AF65-F5344CB8AC3E}">
        <p14:creationId xmlns:p14="http://schemas.microsoft.com/office/powerpoint/2010/main" val="329547265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dirty="0"/>
              <a:t>“Nike is among the first to use the Web to deliver this service.… Nike’s new site provides consumers the opportunity to build their own Nike product (primarily shoes, but also a few other items in the baseball/softball and team categories).</a:t>
            </a:r>
          </a:p>
          <a:p>
            <a:endParaRPr lang="en-IN" dirty="0"/>
          </a:p>
        </p:txBody>
      </p:sp>
      <p:sp>
        <p:nvSpPr>
          <p:cNvPr id="4" name="Slide Number Placeholder 3"/>
          <p:cNvSpPr>
            <a:spLocks noGrp="1"/>
          </p:cNvSpPr>
          <p:nvPr>
            <p:ph type="sldNum" sz="quarter" idx="5"/>
          </p:nvPr>
        </p:nvSpPr>
        <p:spPr/>
        <p:txBody>
          <a:bodyPr/>
          <a:lstStyle/>
          <a:p>
            <a:fld id="{0766EEE4-7788-8D4C-B106-DDC1CC623CC9}" type="slidenum">
              <a:rPr lang="en-US" smtClean="0"/>
              <a:t>17</a:t>
            </a:fld>
            <a:endParaRPr lang="en-US"/>
          </a:p>
        </p:txBody>
      </p:sp>
    </p:spTree>
    <p:extLst>
      <p:ext uri="{BB962C8B-B14F-4D97-AF65-F5344CB8AC3E}">
        <p14:creationId xmlns:p14="http://schemas.microsoft.com/office/powerpoint/2010/main" val="97756955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dirty="0"/>
              <a:t>Gateway, Inc. (NYSE: GTW) today begins offering technology installation services into homes across the U.S. with the Gateway House Call program ... With 296 stores acting as service hubs in virtually all major U.S. metropolitan areas, Gateway dispatches highly skilled technicians into customers’ homes to set up their PCs</a:t>
            </a:r>
          </a:p>
          <a:p>
            <a:endParaRPr lang="en-IN" dirty="0"/>
          </a:p>
        </p:txBody>
      </p:sp>
      <p:sp>
        <p:nvSpPr>
          <p:cNvPr id="4" name="Slide Number Placeholder 3"/>
          <p:cNvSpPr>
            <a:spLocks noGrp="1"/>
          </p:cNvSpPr>
          <p:nvPr>
            <p:ph type="sldNum" sz="quarter" idx="5"/>
          </p:nvPr>
        </p:nvSpPr>
        <p:spPr/>
        <p:txBody>
          <a:bodyPr/>
          <a:lstStyle/>
          <a:p>
            <a:fld id="{0766EEE4-7788-8D4C-B106-DDC1CC623CC9}" type="slidenum">
              <a:rPr lang="en-US" smtClean="0"/>
              <a:t>18</a:t>
            </a:fld>
            <a:endParaRPr lang="en-US"/>
          </a:p>
        </p:txBody>
      </p:sp>
    </p:spTree>
    <p:extLst>
      <p:ext uri="{BB962C8B-B14F-4D97-AF65-F5344CB8AC3E}">
        <p14:creationId xmlns:p14="http://schemas.microsoft.com/office/powerpoint/2010/main" val="358441670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t>The stop</a:t>
            </a:r>
            <a:r>
              <a:rPr lang="en-US" baseline="0" dirty="0"/>
              <a:t> signs represent checkpoints that separate the critical stages of the development process. The checkpoints specify requirements that a new service must meet before it can proceed to the next stage of development.</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baseline="0" dirty="0"/>
              <a:t>Implementation is different for services.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baseline="0" dirty="0"/>
              <a:t>New service or product development is not always a linear process.</a:t>
            </a:r>
            <a:endParaRPr lang="en-US" dirty="0"/>
          </a:p>
          <a:p>
            <a:endParaRPr lang="en-US" dirty="0"/>
          </a:p>
        </p:txBody>
      </p:sp>
      <p:sp>
        <p:nvSpPr>
          <p:cNvPr id="4" name="Slide Number Placeholder 3"/>
          <p:cNvSpPr>
            <a:spLocks noGrp="1"/>
          </p:cNvSpPr>
          <p:nvPr>
            <p:ph type="sldNum" sz="quarter" idx="5"/>
          </p:nvPr>
        </p:nvSpPr>
        <p:spPr/>
        <p:txBody>
          <a:bodyPr/>
          <a:lstStyle/>
          <a:p>
            <a:fld id="{0766EEE4-7788-8D4C-B106-DDC1CC623CC9}" type="slidenum">
              <a:rPr lang="en-US" smtClean="0"/>
              <a:t>20</a:t>
            </a:fld>
            <a:endParaRPr lang="en-US"/>
          </a:p>
        </p:txBody>
      </p:sp>
    </p:spTree>
    <p:extLst>
      <p:ext uri="{BB962C8B-B14F-4D97-AF65-F5344CB8AC3E}">
        <p14:creationId xmlns:p14="http://schemas.microsoft.com/office/powerpoint/2010/main" val="314604559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766EEE4-7788-8D4C-B106-DDC1CC623CC9}" type="slidenum">
              <a:rPr lang="en-US" smtClean="0"/>
              <a:t>22</a:t>
            </a:fld>
            <a:endParaRPr lang="en-US"/>
          </a:p>
        </p:txBody>
      </p:sp>
    </p:spTree>
    <p:extLst>
      <p:ext uri="{BB962C8B-B14F-4D97-AF65-F5344CB8AC3E}">
        <p14:creationId xmlns:p14="http://schemas.microsoft.com/office/powerpoint/2010/main" val="407036398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766EEE4-7788-8D4C-B106-DDC1CC623CC9}" type="slidenum">
              <a:rPr lang="en-US" smtClean="0"/>
              <a:t>23</a:t>
            </a:fld>
            <a:endParaRPr lang="en-US"/>
          </a:p>
        </p:txBody>
      </p:sp>
    </p:spTree>
    <p:extLst>
      <p:ext uri="{BB962C8B-B14F-4D97-AF65-F5344CB8AC3E}">
        <p14:creationId xmlns:p14="http://schemas.microsoft.com/office/powerpoint/2010/main" val="392422441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766EEE4-7788-8D4C-B106-DDC1CC623CC9}" type="slidenum">
              <a:rPr lang="en-US" smtClean="0"/>
              <a:t>24</a:t>
            </a:fld>
            <a:endParaRPr lang="en-US"/>
          </a:p>
        </p:txBody>
      </p:sp>
    </p:spTree>
    <p:extLst>
      <p:ext uri="{BB962C8B-B14F-4D97-AF65-F5344CB8AC3E}">
        <p14:creationId xmlns:p14="http://schemas.microsoft.com/office/powerpoint/2010/main" val="46794658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766EEE4-7788-8D4C-B106-DDC1CC623CC9}" type="slidenum">
              <a:rPr lang="en-US" smtClean="0"/>
              <a:t>25</a:t>
            </a:fld>
            <a:endParaRPr lang="en-US"/>
          </a:p>
        </p:txBody>
      </p:sp>
    </p:spTree>
    <p:extLst>
      <p:ext uri="{BB962C8B-B14F-4D97-AF65-F5344CB8AC3E}">
        <p14:creationId xmlns:p14="http://schemas.microsoft.com/office/powerpoint/2010/main" val="427082558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766EEE4-7788-8D4C-B106-DDC1CC623CC9}" type="slidenum">
              <a:rPr lang="en-US" smtClean="0"/>
              <a:t>26</a:t>
            </a:fld>
            <a:endParaRPr lang="en-US"/>
          </a:p>
        </p:txBody>
      </p:sp>
    </p:spTree>
    <p:extLst>
      <p:ext uri="{BB962C8B-B14F-4D97-AF65-F5344CB8AC3E}">
        <p14:creationId xmlns:p14="http://schemas.microsoft.com/office/powerpoint/2010/main" val="111487025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766EEE4-7788-8D4C-B106-DDC1CC623CC9}" type="slidenum">
              <a:rPr lang="en-US" smtClean="0"/>
              <a:t>28</a:t>
            </a:fld>
            <a:endParaRPr lang="en-US"/>
          </a:p>
        </p:txBody>
      </p:sp>
    </p:spTree>
    <p:extLst>
      <p:ext uri="{BB962C8B-B14F-4D97-AF65-F5344CB8AC3E}">
        <p14:creationId xmlns:p14="http://schemas.microsoft.com/office/powerpoint/2010/main" val="401599637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766EEE4-7788-8D4C-B106-DDC1CC623CC9}" type="slidenum">
              <a:rPr lang="en-US" smtClean="0"/>
              <a:t>29</a:t>
            </a:fld>
            <a:endParaRPr lang="en-US"/>
          </a:p>
        </p:txBody>
      </p:sp>
    </p:spTree>
    <p:extLst>
      <p:ext uri="{BB962C8B-B14F-4D97-AF65-F5344CB8AC3E}">
        <p14:creationId xmlns:p14="http://schemas.microsoft.com/office/powerpoint/2010/main" val="354038542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766EEE4-7788-8D4C-B106-DDC1CC623CC9}" type="slidenum">
              <a:rPr lang="en-US" smtClean="0"/>
              <a:t>30</a:t>
            </a:fld>
            <a:endParaRPr lang="en-US"/>
          </a:p>
        </p:txBody>
      </p:sp>
    </p:spTree>
    <p:extLst>
      <p:ext uri="{BB962C8B-B14F-4D97-AF65-F5344CB8AC3E}">
        <p14:creationId xmlns:p14="http://schemas.microsoft.com/office/powerpoint/2010/main" val="89147130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766EEE4-7788-8D4C-B106-DDC1CC623CC9}" type="slidenum">
              <a:rPr lang="en-US" smtClean="0"/>
              <a:t>31</a:t>
            </a:fld>
            <a:endParaRPr lang="en-US"/>
          </a:p>
        </p:txBody>
      </p:sp>
    </p:spTree>
    <p:extLst>
      <p:ext uri="{BB962C8B-B14F-4D97-AF65-F5344CB8AC3E}">
        <p14:creationId xmlns:p14="http://schemas.microsoft.com/office/powerpoint/2010/main" val="361953833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766EEE4-7788-8D4C-B106-DDC1CC623CC9}" type="slidenum">
              <a:rPr lang="en-US" smtClean="0"/>
              <a:t>33</a:t>
            </a:fld>
            <a:endParaRPr lang="en-US"/>
          </a:p>
        </p:txBody>
      </p:sp>
    </p:spTree>
    <p:extLst>
      <p:ext uri="{BB962C8B-B14F-4D97-AF65-F5344CB8AC3E}">
        <p14:creationId xmlns:p14="http://schemas.microsoft.com/office/powerpoint/2010/main" val="61389714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766EEE4-7788-8D4C-B106-DDC1CC623CC9}" type="slidenum">
              <a:rPr lang="en-US" smtClean="0"/>
              <a:t>34</a:t>
            </a:fld>
            <a:endParaRPr lang="en-US"/>
          </a:p>
        </p:txBody>
      </p:sp>
    </p:spTree>
    <p:extLst>
      <p:ext uri="{BB962C8B-B14F-4D97-AF65-F5344CB8AC3E}">
        <p14:creationId xmlns:p14="http://schemas.microsoft.com/office/powerpoint/2010/main" val="1742752848"/>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766EEE4-7788-8D4C-B106-DDC1CC623CC9}" type="slidenum">
              <a:rPr lang="en-US" smtClean="0"/>
              <a:t>35</a:t>
            </a:fld>
            <a:endParaRPr lang="en-US"/>
          </a:p>
        </p:txBody>
      </p:sp>
    </p:spTree>
    <p:extLst>
      <p:ext uri="{BB962C8B-B14F-4D97-AF65-F5344CB8AC3E}">
        <p14:creationId xmlns:p14="http://schemas.microsoft.com/office/powerpoint/2010/main" val="123976546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dirty="0"/>
              <a:t>2: Different blueprints need to be made for different customer segments</a:t>
            </a:r>
          </a:p>
          <a:p>
            <a:pPr marL="171450" indent="-171450">
              <a:buFont typeface="Arial" panose="020B0604020202020204" pitchFamily="34" charset="0"/>
              <a:buChar char="•"/>
            </a:pPr>
            <a:r>
              <a:rPr lang="en-US" dirty="0"/>
              <a:t>3: Chart the choice and actions that the customer performs or experiences in purchasing, consuming, evaluating the service.</a:t>
            </a:r>
          </a:p>
          <a:p>
            <a:pPr marL="171450" indent="-171450">
              <a:buFont typeface="Arial" panose="020B0604020202020204" pitchFamily="34" charset="0"/>
              <a:buChar char="•"/>
            </a:pPr>
            <a:r>
              <a:rPr lang="en-US" dirty="0"/>
              <a:t>4: Draw lines of interaction and visibility, map process from frontline employee point of view – visible and invisible actions</a:t>
            </a:r>
          </a:p>
          <a:p>
            <a:pPr marL="171450" indent="-171450">
              <a:buFont typeface="Arial" panose="020B0604020202020204" pitchFamily="34" charset="0"/>
              <a:buChar char="•"/>
            </a:pPr>
            <a:r>
              <a:rPr lang="en-US" dirty="0"/>
              <a:t>5: Link internal processes – certain steps may turn out to be unnecessary and can be eliminated</a:t>
            </a:r>
          </a:p>
          <a:p>
            <a:pPr marL="0" indent="0">
              <a:buFont typeface="Arial" panose="020B0604020202020204" pitchFamily="34" charset="0"/>
              <a:buNone/>
            </a:pPr>
            <a:endParaRPr lang="en-US" dirty="0"/>
          </a:p>
        </p:txBody>
      </p:sp>
      <p:sp>
        <p:nvSpPr>
          <p:cNvPr id="4" name="Slide Number Placeholder 3"/>
          <p:cNvSpPr>
            <a:spLocks noGrp="1"/>
          </p:cNvSpPr>
          <p:nvPr>
            <p:ph type="sldNum" sz="quarter" idx="5"/>
          </p:nvPr>
        </p:nvSpPr>
        <p:spPr/>
        <p:txBody>
          <a:bodyPr/>
          <a:lstStyle/>
          <a:p>
            <a:fld id="{0766EEE4-7788-8D4C-B106-DDC1CC623CC9}" type="slidenum">
              <a:rPr lang="en-US" smtClean="0"/>
              <a:t>36</a:t>
            </a:fld>
            <a:endParaRPr lang="en-US"/>
          </a:p>
        </p:txBody>
      </p:sp>
    </p:spTree>
    <p:extLst>
      <p:ext uri="{BB962C8B-B14F-4D97-AF65-F5344CB8AC3E}">
        <p14:creationId xmlns:p14="http://schemas.microsoft.com/office/powerpoint/2010/main" val="332602036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5" name="Group 4"/>
          <p:cNvGrpSpPr/>
          <p:nvPr/>
        </p:nvGrpSpPr>
        <p:grpSpPr bwMode="hidden">
          <a:xfrm>
            <a:off x="-1" y="0"/>
            <a:ext cx="12192002" cy="6858000"/>
            <a:chOff x="-1" y="0"/>
            <a:chExt cx="12192002" cy="6858000"/>
          </a:xfrm>
        </p:grpSpPr>
        <p:cxnSp>
          <p:nvCxnSpPr>
            <p:cNvPr id="6" name="Straight Connector 5"/>
            <p:cNvCxnSpPr/>
            <p:nvPr/>
          </p:nvCxnSpPr>
          <p:spPr bwMode="hidden">
            <a:xfrm>
              <a:off x="610194" y="0"/>
              <a:ext cx="0"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7" name="Straight Connector 6"/>
            <p:cNvCxnSpPr/>
            <p:nvPr/>
          </p:nvCxnSpPr>
          <p:spPr bwMode="hidden">
            <a:xfrm>
              <a:off x="1829332" y="0"/>
              <a:ext cx="0"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p:nvCxnSpPr>
          <p:spPr bwMode="hidden">
            <a:xfrm>
              <a:off x="3048470" y="0"/>
              <a:ext cx="0"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bwMode="hidden">
            <a:xfrm>
              <a:off x="4267608" y="0"/>
              <a:ext cx="0"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bwMode="hidden">
            <a:xfrm>
              <a:off x="5486746" y="0"/>
              <a:ext cx="0"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12" name="Straight Connector 11"/>
            <p:cNvCxnSpPr/>
            <p:nvPr/>
          </p:nvCxnSpPr>
          <p:spPr bwMode="hidden">
            <a:xfrm>
              <a:off x="6705884" y="0"/>
              <a:ext cx="0"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13" name="Straight Connector 12"/>
            <p:cNvCxnSpPr/>
            <p:nvPr/>
          </p:nvCxnSpPr>
          <p:spPr bwMode="hidden">
            <a:xfrm>
              <a:off x="7925022" y="0"/>
              <a:ext cx="0"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14" name="Straight Connector 13"/>
            <p:cNvCxnSpPr/>
            <p:nvPr/>
          </p:nvCxnSpPr>
          <p:spPr bwMode="hidden">
            <a:xfrm>
              <a:off x="9144160" y="0"/>
              <a:ext cx="0"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15" name="Straight Connector 14"/>
            <p:cNvCxnSpPr/>
            <p:nvPr/>
          </p:nvCxnSpPr>
          <p:spPr bwMode="hidden">
            <a:xfrm>
              <a:off x="10363298" y="0"/>
              <a:ext cx="0"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16" name="Straight Connector 15"/>
            <p:cNvCxnSpPr/>
            <p:nvPr/>
          </p:nvCxnSpPr>
          <p:spPr bwMode="hidden">
            <a:xfrm>
              <a:off x="11582436" y="0"/>
              <a:ext cx="0"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17" name="Straight Connector 16"/>
            <p:cNvCxnSpPr/>
            <p:nvPr/>
          </p:nvCxnSpPr>
          <p:spPr bwMode="hidden">
            <a:xfrm>
              <a:off x="2819" y="386485"/>
              <a:ext cx="12188952" cy="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bwMode="hidden">
            <a:xfrm>
              <a:off x="2819" y="1611181"/>
              <a:ext cx="12188952" cy="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bwMode="hidden">
            <a:xfrm>
              <a:off x="2819" y="2835877"/>
              <a:ext cx="12188952" cy="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20" name="Straight Connector 19"/>
            <p:cNvCxnSpPr/>
            <p:nvPr/>
          </p:nvCxnSpPr>
          <p:spPr bwMode="hidden">
            <a:xfrm>
              <a:off x="2819" y="4060573"/>
              <a:ext cx="12188952" cy="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21" name="Straight Connector 20"/>
            <p:cNvCxnSpPr/>
            <p:nvPr/>
          </p:nvCxnSpPr>
          <p:spPr bwMode="hidden">
            <a:xfrm>
              <a:off x="2819" y="5285269"/>
              <a:ext cx="12188952" cy="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22" name="Straight Connector 21"/>
            <p:cNvCxnSpPr/>
            <p:nvPr/>
          </p:nvCxnSpPr>
          <p:spPr bwMode="hidden">
            <a:xfrm>
              <a:off x="2819" y="6509965"/>
              <a:ext cx="12188952" cy="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grpSp>
          <p:nvGrpSpPr>
            <p:cNvPr id="23" name="Group 22"/>
            <p:cNvGrpSpPr/>
            <p:nvPr/>
          </p:nvGrpSpPr>
          <p:grpSpPr bwMode="hidden">
            <a:xfrm>
              <a:off x="-1" y="0"/>
              <a:ext cx="12192001" cy="6858000"/>
              <a:chOff x="-1" y="0"/>
              <a:chExt cx="12192001" cy="6858000"/>
            </a:xfrm>
          </p:grpSpPr>
          <p:cxnSp>
            <p:nvCxnSpPr>
              <p:cNvPr id="41" name="Straight Connector 40"/>
              <p:cNvCxnSpPr/>
              <p:nvPr/>
            </p:nvCxnSpPr>
            <p:spPr bwMode="hidden">
              <a:xfrm>
                <a:off x="225425" y="0"/>
                <a:ext cx="6815931"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42" name="Straight Connector 41"/>
              <p:cNvCxnSpPr/>
              <p:nvPr/>
            </p:nvCxnSpPr>
            <p:spPr bwMode="hidden">
              <a:xfrm>
                <a:off x="1449154" y="0"/>
                <a:ext cx="6815931"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43" name="Straight Connector 42"/>
              <p:cNvCxnSpPr/>
              <p:nvPr/>
            </p:nvCxnSpPr>
            <p:spPr bwMode="hidden">
              <a:xfrm>
                <a:off x="2665982" y="0"/>
                <a:ext cx="6815931"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44" name="Straight Connector 43"/>
              <p:cNvCxnSpPr/>
              <p:nvPr/>
            </p:nvCxnSpPr>
            <p:spPr bwMode="hidden">
              <a:xfrm>
                <a:off x="3885119" y="0"/>
                <a:ext cx="6815931"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45" name="Straight Connector 44"/>
              <p:cNvCxnSpPr/>
              <p:nvPr/>
            </p:nvCxnSpPr>
            <p:spPr bwMode="hidden">
              <a:xfrm>
                <a:off x="5106502" y="0"/>
                <a:ext cx="6815931"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grpSp>
            <p:nvGrpSpPr>
              <p:cNvPr id="46" name="Group 45"/>
              <p:cNvGrpSpPr/>
              <p:nvPr/>
            </p:nvGrpSpPr>
            <p:grpSpPr bwMode="hidden">
              <a:xfrm>
                <a:off x="6327885" y="0"/>
                <a:ext cx="5864115" cy="5898673"/>
                <a:chOff x="6327885" y="0"/>
                <a:chExt cx="5864115" cy="5898673"/>
              </a:xfrm>
            </p:grpSpPr>
            <p:cxnSp>
              <p:nvCxnSpPr>
                <p:cNvPr id="52" name="Straight Connector 51"/>
                <p:cNvCxnSpPr/>
                <p:nvPr/>
              </p:nvCxnSpPr>
              <p:spPr bwMode="hidden">
                <a:xfrm>
                  <a:off x="6327885" y="0"/>
                  <a:ext cx="5864115" cy="5898673"/>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53" name="Straight Connector 52"/>
                <p:cNvCxnSpPr/>
                <p:nvPr/>
              </p:nvCxnSpPr>
              <p:spPr bwMode="hidden">
                <a:xfrm>
                  <a:off x="7549268" y="0"/>
                  <a:ext cx="4642732" cy="4672425"/>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54" name="Straight Connector 53"/>
                <p:cNvCxnSpPr/>
                <p:nvPr/>
              </p:nvCxnSpPr>
              <p:spPr bwMode="hidden">
                <a:xfrm>
                  <a:off x="8772997" y="0"/>
                  <a:ext cx="3419003" cy="3456749"/>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55" name="Straight Connector 54"/>
                <p:cNvCxnSpPr/>
                <p:nvPr/>
              </p:nvCxnSpPr>
              <p:spPr bwMode="hidden">
                <a:xfrm>
                  <a:off x="9982200" y="0"/>
                  <a:ext cx="2209800" cy="2226469"/>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56" name="Straight Connector 55"/>
                <p:cNvCxnSpPr/>
                <p:nvPr/>
              </p:nvCxnSpPr>
              <p:spPr bwMode="hidden">
                <a:xfrm>
                  <a:off x="11199019" y="0"/>
                  <a:ext cx="992981" cy="1002506"/>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grpSp>
          <p:cxnSp>
            <p:nvCxnSpPr>
              <p:cNvPr id="47" name="Straight Connector 46"/>
              <p:cNvCxnSpPr/>
              <p:nvPr/>
            </p:nvCxnSpPr>
            <p:spPr bwMode="hidden">
              <a:xfrm flipH="1" flipV="1">
                <a:off x="-1" y="1012053"/>
                <a:ext cx="5828811" cy="5845945"/>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48" name="Straight Connector 47"/>
              <p:cNvCxnSpPr/>
              <p:nvPr/>
            </p:nvCxnSpPr>
            <p:spPr bwMode="hidden">
              <a:xfrm flipH="1" flipV="1">
                <a:off x="-1" y="2227340"/>
                <a:ext cx="4614781" cy="4630658"/>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49" name="Straight Connector 48"/>
              <p:cNvCxnSpPr/>
              <p:nvPr/>
            </p:nvCxnSpPr>
            <p:spPr bwMode="hidden">
              <a:xfrm flipH="1" flipV="1">
                <a:off x="-1" y="3432149"/>
                <a:ext cx="3398419" cy="3425849"/>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50" name="Straight Connector 49"/>
              <p:cNvCxnSpPr/>
              <p:nvPr/>
            </p:nvCxnSpPr>
            <p:spPr bwMode="hidden">
              <a:xfrm flipH="1" flipV="1">
                <a:off x="-1" y="4651431"/>
                <a:ext cx="2196496" cy="2206567"/>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51" name="Straight Connector 50"/>
              <p:cNvCxnSpPr/>
              <p:nvPr/>
            </p:nvCxnSpPr>
            <p:spPr bwMode="hidden">
              <a:xfrm flipH="1" flipV="1">
                <a:off x="-1" y="5864453"/>
                <a:ext cx="987003" cy="993545"/>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grpSp>
        <p:grpSp>
          <p:nvGrpSpPr>
            <p:cNvPr id="24" name="Group 23"/>
            <p:cNvGrpSpPr/>
            <p:nvPr/>
          </p:nvGrpSpPr>
          <p:grpSpPr bwMode="hidden">
            <a:xfrm flipH="1">
              <a:off x="0" y="0"/>
              <a:ext cx="12192001" cy="6858000"/>
              <a:chOff x="-1" y="0"/>
              <a:chExt cx="12192001" cy="6858000"/>
            </a:xfrm>
          </p:grpSpPr>
          <p:cxnSp>
            <p:nvCxnSpPr>
              <p:cNvPr id="25" name="Straight Connector 24"/>
              <p:cNvCxnSpPr/>
              <p:nvPr/>
            </p:nvCxnSpPr>
            <p:spPr bwMode="hidden">
              <a:xfrm>
                <a:off x="225425" y="0"/>
                <a:ext cx="6815931"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26" name="Straight Connector 25"/>
              <p:cNvCxnSpPr/>
              <p:nvPr/>
            </p:nvCxnSpPr>
            <p:spPr bwMode="hidden">
              <a:xfrm>
                <a:off x="1449154" y="0"/>
                <a:ext cx="6815931"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27" name="Straight Connector 26"/>
              <p:cNvCxnSpPr/>
              <p:nvPr/>
            </p:nvCxnSpPr>
            <p:spPr bwMode="hidden">
              <a:xfrm>
                <a:off x="2665982" y="0"/>
                <a:ext cx="6815931"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28" name="Straight Connector 27"/>
              <p:cNvCxnSpPr/>
              <p:nvPr/>
            </p:nvCxnSpPr>
            <p:spPr bwMode="hidden">
              <a:xfrm>
                <a:off x="3885119" y="0"/>
                <a:ext cx="6815931"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29" name="Straight Connector 28"/>
              <p:cNvCxnSpPr/>
              <p:nvPr/>
            </p:nvCxnSpPr>
            <p:spPr bwMode="hidden">
              <a:xfrm>
                <a:off x="5150644" y="0"/>
                <a:ext cx="6815931"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grpSp>
            <p:nvGrpSpPr>
              <p:cNvPr id="30" name="Group 29"/>
              <p:cNvGrpSpPr/>
              <p:nvPr/>
            </p:nvGrpSpPr>
            <p:grpSpPr bwMode="hidden">
              <a:xfrm>
                <a:off x="6327885" y="0"/>
                <a:ext cx="5864115" cy="5898673"/>
                <a:chOff x="6327885" y="0"/>
                <a:chExt cx="5864115" cy="5898673"/>
              </a:xfrm>
            </p:grpSpPr>
            <p:cxnSp>
              <p:nvCxnSpPr>
                <p:cNvPr id="36" name="Straight Connector 35"/>
                <p:cNvCxnSpPr/>
                <p:nvPr/>
              </p:nvCxnSpPr>
              <p:spPr bwMode="hidden">
                <a:xfrm>
                  <a:off x="6327885" y="0"/>
                  <a:ext cx="5864115" cy="5898673"/>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37" name="Straight Connector 36"/>
                <p:cNvCxnSpPr/>
                <p:nvPr/>
              </p:nvCxnSpPr>
              <p:spPr bwMode="hidden">
                <a:xfrm>
                  <a:off x="7549268" y="0"/>
                  <a:ext cx="4642732" cy="4672425"/>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38" name="Straight Connector 37"/>
                <p:cNvCxnSpPr/>
                <p:nvPr/>
              </p:nvCxnSpPr>
              <p:spPr bwMode="hidden">
                <a:xfrm>
                  <a:off x="8772997" y="0"/>
                  <a:ext cx="3419003" cy="3456749"/>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39" name="Straight Connector 38"/>
                <p:cNvCxnSpPr/>
                <p:nvPr/>
              </p:nvCxnSpPr>
              <p:spPr bwMode="hidden">
                <a:xfrm>
                  <a:off x="9982200" y="0"/>
                  <a:ext cx="2209800" cy="2226469"/>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40" name="Straight Connector 39"/>
                <p:cNvCxnSpPr/>
                <p:nvPr/>
              </p:nvCxnSpPr>
              <p:spPr bwMode="hidden">
                <a:xfrm>
                  <a:off x="11199019" y="0"/>
                  <a:ext cx="992981" cy="1002506"/>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grpSp>
          <p:cxnSp>
            <p:nvCxnSpPr>
              <p:cNvPr id="31" name="Straight Connector 30"/>
              <p:cNvCxnSpPr/>
              <p:nvPr/>
            </p:nvCxnSpPr>
            <p:spPr bwMode="hidden">
              <a:xfrm flipH="1" flipV="1">
                <a:off x="-1" y="1012053"/>
                <a:ext cx="5828811" cy="5845945"/>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32" name="Straight Connector 31"/>
              <p:cNvCxnSpPr/>
              <p:nvPr/>
            </p:nvCxnSpPr>
            <p:spPr bwMode="hidden">
              <a:xfrm flipH="1" flipV="1">
                <a:off x="-1" y="2227340"/>
                <a:ext cx="4614781" cy="4630658"/>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33" name="Straight Connector 32"/>
              <p:cNvCxnSpPr/>
              <p:nvPr/>
            </p:nvCxnSpPr>
            <p:spPr bwMode="hidden">
              <a:xfrm flipH="1" flipV="1">
                <a:off x="-1" y="3432149"/>
                <a:ext cx="3398419" cy="3425849"/>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34" name="Straight Connector 33"/>
              <p:cNvCxnSpPr/>
              <p:nvPr/>
            </p:nvCxnSpPr>
            <p:spPr bwMode="hidden">
              <a:xfrm flipH="1" flipV="1">
                <a:off x="-1" y="4651431"/>
                <a:ext cx="2196496" cy="2206567"/>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35" name="Straight Connector 34"/>
              <p:cNvCxnSpPr/>
              <p:nvPr/>
            </p:nvCxnSpPr>
            <p:spPr bwMode="hidden">
              <a:xfrm flipH="1" flipV="1">
                <a:off x="-1" y="5864453"/>
                <a:ext cx="987003" cy="993545"/>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grpSp>
      </p:grpSp>
      <p:sp>
        <p:nvSpPr>
          <p:cNvPr id="2" name="Title 1"/>
          <p:cNvSpPr>
            <a:spLocks noGrp="1"/>
          </p:cNvSpPr>
          <p:nvPr>
            <p:ph type="ctrTitle"/>
          </p:nvPr>
        </p:nvSpPr>
        <p:spPr>
          <a:xfrm>
            <a:off x="1293845" y="1909346"/>
            <a:ext cx="9604310" cy="3383280"/>
          </a:xfrm>
        </p:spPr>
        <p:txBody>
          <a:bodyPr anchor="b">
            <a:normAutofit/>
          </a:bodyPr>
          <a:lstStyle>
            <a:lvl1pPr algn="l">
              <a:lnSpc>
                <a:spcPct val="76000"/>
              </a:lnSpc>
              <a:defRPr sz="8000" cap="none" baseline="0">
                <a:solidFill>
                  <a:schemeClr val="tx1"/>
                </a:solidFill>
              </a:defRPr>
            </a:lvl1pPr>
          </a:lstStyle>
          <a:p>
            <a:r>
              <a:rPr lang="en-US"/>
              <a:t>Click to edit Master title style</a:t>
            </a:r>
            <a:endParaRPr lang="en-US" dirty="0"/>
          </a:p>
        </p:txBody>
      </p:sp>
      <p:sp>
        <p:nvSpPr>
          <p:cNvPr id="3" name="Subtitle 2"/>
          <p:cNvSpPr>
            <a:spLocks noGrp="1"/>
          </p:cNvSpPr>
          <p:nvPr>
            <p:ph type="subTitle" idx="1"/>
          </p:nvPr>
        </p:nvSpPr>
        <p:spPr>
          <a:xfrm>
            <a:off x="1293845" y="5432564"/>
            <a:ext cx="9604310" cy="457200"/>
          </a:xfrm>
        </p:spPr>
        <p:txBody>
          <a:bodyPr>
            <a:normAutofit/>
          </a:bodyPr>
          <a:lstStyle>
            <a:lvl1pPr marL="0" indent="0" algn="l">
              <a:spcBef>
                <a:spcPts val="0"/>
              </a:spcBef>
              <a:buNone/>
              <a:defRPr sz="2000" b="0">
                <a:solidFill>
                  <a:schemeClr val="accent1">
                    <a:lumMod val="75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cxnSp>
        <p:nvCxnSpPr>
          <p:cNvPr id="58" name="Straight Connector 57"/>
          <p:cNvCxnSpPr/>
          <p:nvPr/>
        </p:nvCxnSpPr>
        <p:spPr>
          <a:xfrm>
            <a:off x="1295400" y="5294175"/>
            <a:ext cx="9601200" cy="0"/>
          </a:xfrm>
          <a:prstGeom prst="line">
            <a:avLst/>
          </a:prstGeom>
          <a:ln w="127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733353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p:cNvSpPr>
            <a:spLocks noGrp="1"/>
          </p:cNvSpPr>
          <p:nvPr>
            <p:ph type="ftr" sz="quarter" idx="11"/>
          </p:nvPr>
        </p:nvSpPr>
        <p:spPr/>
        <p:txBody>
          <a:bodyPr/>
          <a:lstStyle/>
          <a:p>
            <a:endParaRPr lang="en-US"/>
          </a:p>
        </p:txBody>
      </p:sp>
      <p:sp>
        <p:nvSpPr>
          <p:cNvPr id="4" name="Date Placeholder 3"/>
          <p:cNvSpPr>
            <a:spLocks noGrp="1"/>
          </p:cNvSpPr>
          <p:nvPr>
            <p:ph type="dt" sz="half" idx="10"/>
          </p:nvPr>
        </p:nvSpPr>
        <p:spPr/>
        <p:txBody>
          <a:bodyPr/>
          <a:lstStyle/>
          <a:p>
            <a:fld id="{B517AD40-AE84-3240-90CD-64AD6EF5A104}" type="datetimeFigureOut">
              <a:rPr lang="en-US" smtClean="0"/>
              <a:t>10/5/2026</a:t>
            </a:fld>
            <a:endParaRPr lang="en-US"/>
          </a:p>
        </p:txBody>
      </p:sp>
      <p:sp>
        <p:nvSpPr>
          <p:cNvPr id="6" name="Slide Number Placeholder 5"/>
          <p:cNvSpPr>
            <a:spLocks noGrp="1"/>
          </p:cNvSpPr>
          <p:nvPr>
            <p:ph type="sldNum" sz="quarter" idx="12"/>
          </p:nvPr>
        </p:nvSpPr>
        <p:spPr/>
        <p:txBody>
          <a:bodyPr/>
          <a:lstStyle/>
          <a:p>
            <a:fld id="{77404C2A-5491-9B47-9644-70165B624947}" type="slidenum">
              <a:rPr lang="en-US" smtClean="0"/>
              <a:t>‹#›</a:t>
            </a:fld>
            <a:endParaRPr lang="en-US"/>
          </a:p>
        </p:txBody>
      </p:sp>
    </p:spTree>
    <p:extLst>
      <p:ext uri="{BB962C8B-B14F-4D97-AF65-F5344CB8AC3E}">
        <p14:creationId xmlns:p14="http://schemas.microsoft.com/office/powerpoint/2010/main" val="12001022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gradFill flip="none" rotWithShape="1">
          <a:gsLst>
            <a:gs pos="0">
              <a:schemeClr val="accent1"/>
            </a:gs>
            <a:gs pos="97000">
              <a:schemeClr val="accent1">
                <a:lumMod val="80000"/>
              </a:schemeClr>
            </a:gs>
          </a:gsLst>
          <a:path path="circle">
            <a:fillToRect l="50000" t="50000" r="50000" b="50000"/>
          </a:path>
          <a:tileRect/>
        </a:gradFill>
        <a:effectLst/>
      </p:bgPr>
    </p:bg>
    <p:spTree>
      <p:nvGrpSpPr>
        <p:cNvPr id="1" name=""/>
        <p:cNvGrpSpPr/>
        <p:nvPr/>
      </p:nvGrpSpPr>
      <p:grpSpPr>
        <a:xfrm>
          <a:off x="0" y="0"/>
          <a:ext cx="0" cy="0"/>
          <a:chOff x="0" y="0"/>
          <a:chExt cx="0" cy="0"/>
        </a:xfrm>
      </p:grpSpPr>
      <p:grpSp>
        <p:nvGrpSpPr>
          <p:cNvPr id="7" name="Group 6"/>
          <p:cNvGrpSpPr/>
          <p:nvPr/>
        </p:nvGrpSpPr>
        <p:grpSpPr bwMode="hidden">
          <a:xfrm>
            <a:off x="-1" y="0"/>
            <a:ext cx="12192002" cy="6858000"/>
            <a:chOff x="-1" y="0"/>
            <a:chExt cx="12192002" cy="6858000"/>
          </a:xfrm>
        </p:grpSpPr>
        <p:cxnSp>
          <p:nvCxnSpPr>
            <p:cNvPr id="8" name="Straight Connector 7"/>
            <p:cNvCxnSpPr/>
            <p:nvPr/>
          </p:nvCxnSpPr>
          <p:spPr bwMode="hidden">
            <a:xfrm>
              <a:off x="610194"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p:nvCxnSpPr>
          <p:spPr bwMode="hidden">
            <a:xfrm>
              <a:off x="1829332"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bwMode="hidden">
            <a:xfrm>
              <a:off x="3048470"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bwMode="hidden">
            <a:xfrm>
              <a:off x="4267608"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2" name="Straight Connector 11"/>
            <p:cNvCxnSpPr/>
            <p:nvPr/>
          </p:nvCxnSpPr>
          <p:spPr bwMode="hidden">
            <a:xfrm>
              <a:off x="5486746"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3" name="Straight Connector 12"/>
            <p:cNvCxnSpPr/>
            <p:nvPr/>
          </p:nvCxnSpPr>
          <p:spPr bwMode="hidden">
            <a:xfrm>
              <a:off x="6705884"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4" name="Straight Connector 13"/>
            <p:cNvCxnSpPr/>
            <p:nvPr/>
          </p:nvCxnSpPr>
          <p:spPr bwMode="hidden">
            <a:xfrm>
              <a:off x="7925022"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5" name="Straight Connector 14"/>
            <p:cNvCxnSpPr/>
            <p:nvPr/>
          </p:nvCxnSpPr>
          <p:spPr bwMode="hidden">
            <a:xfrm>
              <a:off x="9144160"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6" name="Straight Connector 15"/>
            <p:cNvCxnSpPr/>
            <p:nvPr/>
          </p:nvCxnSpPr>
          <p:spPr bwMode="hidden">
            <a:xfrm>
              <a:off x="10363298"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7" name="Straight Connector 16"/>
            <p:cNvCxnSpPr/>
            <p:nvPr/>
          </p:nvCxnSpPr>
          <p:spPr bwMode="hidden">
            <a:xfrm>
              <a:off x="11582436"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bwMode="hidden">
            <a:xfrm>
              <a:off x="2819" y="386485"/>
              <a:ext cx="12188952" cy="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bwMode="hidden">
            <a:xfrm>
              <a:off x="2819" y="1611181"/>
              <a:ext cx="12188952" cy="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0" name="Straight Connector 19"/>
            <p:cNvCxnSpPr/>
            <p:nvPr/>
          </p:nvCxnSpPr>
          <p:spPr bwMode="hidden">
            <a:xfrm>
              <a:off x="2819" y="2835877"/>
              <a:ext cx="12188952" cy="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1" name="Straight Connector 20"/>
            <p:cNvCxnSpPr/>
            <p:nvPr/>
          </p:nvCxnSpPr>
          <p:spPr bwMode="hidden">
            <a:xfrm>
              <a:off x="2819" y="4060573"/>
              <a:ext cx="12188952" cy="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2" name="Straight Connector 21"/>
            <p:cNvCxnSpPr/>
            <p:nvPr/>
          </p:nvCxnSpPr>
          <p:spPr bwMode="hidden">
            <a:xfrm>
              <a:off x="2819" y="5285269"/>
              <a:ext cx="12188952" cy="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3" name="Straight Connector 22"/>
            <p:cNvCxnSpPr/>
            <p:nvPr/>
          </p:nvCxnSpPr>
          <p:spPr bwMode="hidden">
            <a:xfrm>
              <a:off x="2819" y="6509965"/>
              <a:ext cx="12188952" cy="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nvGrpSpPr>
            <p:cNvPr id="24" name="Group 23"/>
            <p:cNvGrpSpPr/>
            <p:nvPr/>
          </p:nvGrpSpPr>
          <p:grpSpPr bwMode="hidden">
            <a:xfrm>
              <a:off x="-1" y="0"/>
              <a:ext cx="12192001" cy="6858000"/>
              <a:chOff x="-1" y="0"/>
              <a:chExt cx="12192001" cy="6858000"/>
            </a:xfrm>
          </p:grpSpPr>
          <p:cxnSp>
            <p:nvCxnSpPr>
              <p:cNvPr id="42" name="Straight Connector 41"/>
              <p:cNvCxnSpPr/>
              <p:nvPr/>
            </p:nvCxnSpPr>
            <p:spPr bwMode="hidden">
              <a:xfrm>
                <a:off x="225425"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3" name="Straight Connector 42"/>
              <p:cNvCxnSpPr/>
              <p:nvPr/>
            </p:nvCxnSpPr>
            <p:spPr bwMode="hidden">
              <a:xfrm>
                <a:off x="1449154"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4" name="Straight Connector 43"/>
              <p:cNvCxnSpPr/>
              <p:nvPr/>
            </p:nvCxnSpPr>
            <p:spPr bwMode="hidden">
              <a:xfrm>
                <a:off x="2665982"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5" name="Straight Connector 44"/>
              <p:cNvCxnSpPr/>
              <p:nvPr/>
            </p:nvCxnSpPr>
            <p:spPr bwMode="hidden">
              <a:xfrm>
                <a:off x="3885119"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6" name="Straight Connector 45"/>
              <p:cNvCxnSpPr/>
              <p:nvPr/>
            </p:nvCxnSpPr>
            <p:spPr bwMode="hidden">
              <a:xfrm>
                <a:off x="5106502"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nvGrpSpPr>
              <p:cNvPr id="47" name="Group 46"/>
              <p:cNvGrpSpPr/>
              <p:nvPr/>
            </p:nvGrpSpPr>
            <p:grpSpPr bwMode="hidden">
              <a:xfrm>
                <a:off x="6327885" y="0"/>
                <a:ext cx="5864115" cy="5898673"/>
                <a:chOff x="6327885" y="0"/>
                <a:chExt cx="5864115" cy="5898673"/>
              </a:xfrm>
            </p:grpSpPr>
            <p:cxnSp>
              <p:nvCxnSpPr>
                <p:cNvPr id="53" name="Straight Connector 52"/>
                <p:cNvCxnSpPr/>
                <p:nvPr/>
              </p:nvCxnSpPr>
              <p:spPr bwMode="hidden">
                <a:xfrm>
                  <a:off x="6327885" y="0"/>
                  <a:ext cx="5864115" cy="5898673"/>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4" name="Straight Connector 53"/>
                <p:cNvCxnSpPr/>
                <p:nvPr/>
              </p:nvCxnSpPr>
              <p:spPr bwMode="hidden">
                <a:xfrm>
                  <a:off x="7549268" y="0"/>
                  <a:ext cx="4642732" cy="4672425"/>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5" name="Straight Connector 54"/>
                <p:cNvCxnSpPr/>
                <p:nvPr/>
              </p:nvCxnSpPr>
              <p:spPr bwMode="hidden">
                <a:xfrm>
                  <a:off x="8772997" y="0"/>
                  <a:ext cx="3419003" cy="3456749"/>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6" name="Straight Connector 55"/>
                <p:cNvCxnSpPr/>
                <p:nvPr/>
              </p:nvCxnSpPr>
              <p:spPr bwMode="hidden">
                <a:xfrm>
                  <a:off x="9982200" y="0"/>
                  <a:ext cx="2209800" cy="2226469"/>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7" name="Straight Connector 56"/>
                <p:cNvCxnSpPr/>
                <p:nvPr/>
              </p:nvCxnSpPr>
              <p:spPr bwMode="hidden">
                <a:xfrm>
                  <a:off x="11199019" y="0"/>
                  <a:ext cx="992981" cy="1002506"/>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cxnSp>
            <p:nvCxnSpPr>
              <p:cNvPr id="48" name="Straight Connector 47"/>
              <p:cNvCxnSpPr/>
              <p:nvPr/>
            </p:nvCxnSpPr>
            <p:spPr bwMode="hidden">
              <a:xfrm flipH="1" flipV="1">
                <a:off x="-1" y="1012053"/>
                <a:ext cx="5828811" cy="5845945"/>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9" name="Straight Connector 48"/>
              <p:cNvCxnSpPr/>
              <p:nvPr/>
            </p:nvCxnSpPr>
            <p:spPr bwMode="hidden">
              <a:xfrm flipH="1" flipV="1">
                <a:off x="-1" y="2227340"/>
                <a:ext cx="4614781" cy="4630658"/>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0" name="Straight Connector 49"/>
              <p:cNvCxnSpPr/>
              <p:nvPr/>
            </p:nvCxnSpPr>
            <p:spPr bwMode="hidden">
              <a:xfrm flipH="1" flipV="1">
                <a:off x="-1" y="3432149"/>
                <a:ext cx="3398419" cy="3425849"/>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1" name="Straight Connector 50"/>
              <p:cNvCxnSpPr/>
              <p:nvPr/>
            </p:nvCxnSpPr>
            <p:spPr bwMode="hidden">
              <a:xfrm flipH="1" flipV="1">
                <a:off x="-1" y="4651431"/>
                <a:ext cx="2196496" cy="2206567"/>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2" name="Straight Connector 51"/>
              <p:cNvCxnSpPr/>
              <p:nvPr/>
            </p:nvCxnSpPr>
            <p:spPr bwMode="hidden">
              <a:xfrm flipH="1" flipV="1">
                <a:off x="-1" y="5864453"/>
                <a:ext cx="987003" cy="993545"/>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grpSp>
          <p:nvGrpSpPr>
            <p:cNvPr id="25" name="Group 24"/>
            <p:cNvGrpSpPr/>
            <p:nvPr/>
          </p:nvGrpSpPr>
          <p:grpSpPr bwMode="hidden">
            <a:xfrm flipH="1">
              <a:off x="0" y="0"/>
              <a:ext cx="12192001" cy="6858000"/>
              <a:chOff x="-1" y="0"/>
              <a:chExt cx="12192001" cy="6858000"/>
            </a:xfrm>
          </p:grpSpPr>
          <p:cxnSp>
            <p:nvCxnSpPr>
              <p:cNvPr id="26" name="Straight Connector 25"/>
              <p:cNvCxnSpPr/>
              <p:nvPr/>
            </p:nvCxnSpPr>
            <p:spPr bwMode="hidden">
              <a:xfrm>
                <a:off x="225425"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7" name="Straight Connector 26"/>
              <p:cNvCxnSpPr/>
              <p:nvPr/>
            </p:nvCxnSpPr>
            <p:spPr bwMode="hidden">
              <a:xfrm>
                <a:off x="1449154"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8" name="Straight Connector 27"/>
              <p:cNvCxnSpPr/>
              <p:nvPr/>
            </p:nvCxnSpPr>
            <p:spPr bwMode="hidden">
              <a:xfrm>
                <a:off x="2665982"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9" name="Straight Connector 28"/>
              <p:cNvCxnSpPr/>
              <p:nvPr/>
            </p:nvCxnSpPr>
            <p:spPr bwMode="hidden">
              <a:xfrm>
                <a:off x="3885119"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0" name="Straight Connector 29"/>
              <p:cNvCxnSpPr/>
              <p:nvPr/>
            </p:nvCxnSpPr>
            <p:spPr bwMode="hidden">
              <a:xfrm>
                <a:off x="5150644"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nvGrpSpPr>
              <p:cNvPr id="31" name="Group 30"/>
              <p:cNvGrpSpPr/>
              <p:nvPr/>
            </p:nvGrpSpPr>
            <p:grpSpPr bwMode="hidden">
              <a:xfrm>
                <a:off x="6327885" y="0"/>
                <a:ext cx="5864115" cy="5898673"/>
                <a:chOff x="6327885" y="0"/>
                <a:chExt cx="5864115" cy="5898673"/>
              </a:xfrm>
            </p:grpSpPr>
            <p:cxnSp>
              <p:nvCxnSpPr>
                <p:cNvPr id="37" name="Straight Connector 36"/>
                <p:cNvCxnSpPr/>
                <p:nvPr/>
              </p:nvCxnSpPr>
              <p:spPr bwMode="hidden">
                <a:xfrm>
                  <a:off x="6327885" y="0"/>
                  <a:ext cx="5864115" cy="5898673"/>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8" name="Straight Connector 37"/>
                <p:cNvCxnSpPr/>
                <p:nvPr/>
              </p:nvCxnSpPr>
              <p:spPr bwMode="hidden">
                <a:xfrm>
                  <a:off x="7549268" y="0"/>
                  <a:ext cx="4642732" cy="4672425"/>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9" name="Straight Connector 38"/>
                <p:cNvCxnSpPr/>
                <p:nvPr/>
              </p:nvCxnSpPr>
              <p:spPr bwMode="hidden">
                <a:xfrm>
                  <a:off x="8772997" y="0"/>
                  <a:ext cx="3419003" cy="3456749"/>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0" name="Straight Connector 39"/>
                <p:cNvCxnSpPr/>
                <p:nvPr/>
              </p:nvCxnSpPr>
              <p:spPr bwMode="hidden">
                <a:xfrm>
                  <a:off x="9982200" y="0"/>
                  <a:ext cx="2209800" cy="2226469"/>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1" name="Straight Connector 40"/>
                <p:cNvCxnSpPr/>
                <p:nvPr/>
              </p:nvCxnSpPr>
              <p:spPr bwMode="hidden">
                <a:xfrm>
                  <a:off x="11199019" y="0"/>
                  <a:ext cx="992981" cy="1002506"/>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cxnSp>
            <p:nvCxnSpPr>
              <p:cNvPr id="32" name="Straight Connector 31"/>
              <p:cNvCxnSpPr/>
              <p:nvPr/>
            </p:nvCxnSpPr>
            <p:spPr bwMode="hidden">
              <a:xfrm flipH="1" flipV="1">
                <a:off x="-1" y="1012053"/>
                <a:ext cx="5828811" cy="5845945"/>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3" name="Straight Connector 32"/>
              <p:cNvCxnSpPr/>
              <p:nvPr/>
            </p:nvCxnSpPr>
            <p:spPr bwMode="hidden">
              <a:xfrm flipH="1" flipV="1">
                <a:off x="-1" y="2227340"/>
                <a:ext cx="4614781" cy="4630658"/>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4" name="Straight Connector 33"/>
              <p:cNvCxnSpPr/>
              <p:nvPr/>
            </p:nvCxnSpPr>
            <p:spPr bwMode="hidden">
              <a:xfrm flipH="1" flipV="1">
                <a:off x="-1" y="3432149"/>
                <a:ext cx="3398419" cy="3425849"/>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5" name="Straight Connector 34"/>
              <p:cNvCxnSpPr/>
              <p:nvPr/>
            </p:nvCxnSpPr>
            <p:spPr bwMode="hidden">
              <a:xfrm flipH="1" flipV="1">
                <a:off x="-1" y="4651431"/>
                <a:ext cx="2196496" cy="2206567"/>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6" name="Straight Connector 35"/>
              <p:cNvCxnSpPr/>
              <p:nvPr/>
            </p:nvCxnSpPr>
            <p:spPr bwMode="hidden">
              <a:xfrm flipH="1" flipV="1">
                <a:off x="-1" y="5864453"/>
                <a:ext cx="987003" cy="993545"/>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grpSp>
      <p:sp>
        <p:nvSpPr>
          <p:cNvPr id="2" name="Title 1"/>
          <p:cNvSpPr>
            <a:spLocks noGrp="1"/>
          </p:cNvSpPr>
          <p:nvPr>
            <p:ph type="title"/>
          </p:nvPr>
        </p:nvSpPr>
        <p:spPr>
          <a:xfrm>
            <a:off x="1295400" y="2541573"/>
            <a:ext cx="9601200" cy="2743200"/>
          </a:xfrm>
        </p:spPr>
        <p:txBody>
          <a:bodyPr anchor="b">
            <a:normAutofit/>
          </a:bodyPr>
          <a:lstStyle>
            <a:lvl1pPr>
              <a:lnSpc>
                <a:spcPct val="85000"/>
              </a:lnSpc>
              <a:defRPr sz="6000" cap="none" baseline="0">
                <a:solidFill>
                  <a:schemeClr val="tx1"/>
                </a:solidFill>
              </a:defRPr>
            </a:lvl1pPr>
          </a:lstStyle>
          <a:p>
            <a:r>
              <a:rPr lang="en-US"/>
              <a:t>Click to edit Master title style</a:t>
            </a:r>
            <a:endParaRPr lang="en-US" dirty="0"/>
          </a:p>
        </p:txBody>
      </p:sp>
      <p:sp>
        <p:nvSpPr>
          <p:cNvPr id="3" name="Text Placeholder 2"/>
          <p:cNvSpPr>
            <a:spLocks noGrp="1"/>
          </p:cNvSpPr>
          <p:nvPr>
            <p:ph type="body" idx="1"/>
          </p:nvPr>
        </p:nvSpPr>
        <p:spPr>
          <a:xfrm>
            <a:off x="1295400" y="5431536"/>
            <a:ext cx="9601200" cy="457200"/>
          </a:xfrm>
        </p:spPr>
        <p:txBody>
          <a:bodyPr>
            <a:normAutofit/>
          </a:bodyPr>
          <a:lstStyle>
            <a:lvl1pPr marL="0" indent="0">
              <a:spcBef>
                <a:spcPts val="0"/>
              </a:spcBef>
              <a:buNone/>
              <a:defRPr sz="2000" b="0">
                <a:solidFill>
                  <a:schemeClr val="tx1"/>
                </a:solidFill>
              </a:defRPr>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a:t>Click to edit Master text styles</a:t>
            </a:r>
          </a:p>
        </p:txBody>
      </p:sp>
      <p:cxnSp>
        <p:nvCxnSpPr>
          <p:cNvPr id="58" name="Straight Connector 57"/>
          <p:cNvCxnSpPr/>
          <p:nvPr/>
        </p:nvCxnSpPr>
        <p:spPr>
          <a:xfrm>
            <a:off x="1295400" y="5294175"/>
            <a:ext cx="96012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79262760"/>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1295400" y="1981199"/>
            <a:ext cx="4572000" cy="3810001"/>
          </a:xfrm>
        </p:spPr>
        <p:txBody>
          <a:bodyPr>
            <a:normAutofit/>
          </a:bodyPr>
          <a:lstStyle>
            <a:lvl1pPr>
              <a:defRPr sz="2000"/>
            </a:lvl1pPr>
            <a:lvl2pPr>
              <a:defRPr sz="1800"/>
            </a:lvl2pPr>
            <a:lvl3pPr>
              <a:defRPr sz="1600"/>
            </a:lvl3pPr>
            <a:lvl4pPr>
              <a:defRPr sz="1400"/>
            </a:lvl4pPr>
            <a:lvl5pPr>
              <a:defRPr sz="14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324600" y="1981199"/>
            <a:ext cx="4572000" cy="3810001"/>
          </a:xfrm>
        </p:spPr>
        <p:txBody>
          <a:bodyPr>
            <a:normAutofit/>
          </a:bodyPr>
          <a:lstStyle>
            <a:lvl1pPr>
              <a:defRPr sz="2000"/>
            </a:lvl1pPr>
            <a:lvl2pPr>
              <a:defRPr sz="1800"/>
            </a:lvl2pPr>
            <a:lvl3pPr>
              <a:defRPr sz="1600"/>
            </a:lvl3pPr>
            <a:lvl4pPr>
              <a:defRPr sz="1400"/>
            </a:lvl4pPr>
            <a:lvl5pPr>
              <a:defRPr sz="14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11"/>
          </p:nvPr>
        </p:nvSpPr>
        <p:spPr/>
        <p:txBody>
          <a:bodyPr/>
          <a:lstStyle/>
          <a:p>
            <a:endParaRPr lang="en-US"/>
          </a:p>
        </p:txBody>
      </p:sp>
      <p:sp>
        <p:nvSpPr>
          <p:cNvPr id="5" name="Date Placeholder 4"/>
          <p:cNvSpPr>
            <a:spLocks noGrp="1"/>
          </p:cNvSpPr>
          <p:nvPr>
            <p:ph type="dt" sz="half" idx="10"/>
          </p:nvPr>
        </p:nvSpPr>
        <p:spPr/>
        <p:txBody>
          <a:bodyPr/>
          <a:lstStyle/>
          <a:p>
            <a:fld id="{B517AD40-AE84-3240-90CD-64AD6EF5A104}" type="datetimeFigureOut">
              <a:rPr lang="en-US" smtClean="0"/>
              <a:t>10/5/2026</a:t>
            </a:fld>
            <a:endParaRPr lang="en-US"/>
          </a:p>
        </p:txBody>
      </p:sp>
      <p:sp>
        <p:nvSpPr>
          <p:cNvPr id="7" name="Slide Number Placeholder 6"/>
          <p:cNvSpPr>
            <a:spLocks noGrp="1"/>
          </p:cNvSpPr>
          <p:nvPr>
            <p:ph type="sldNum" sz="quarter" idx="12"/>
          </p:nvPr>
        </p:nvSpPr>
        <p:spPr/>
        <p:txBody>
          <a:bodyPr/>
          <a:lstStyle/>
          <a:p>
            <a:fld id="{77404C2A-5491-9B47-9644-70165B624947}" type="slidenum">
              <a:rPr lang="en-US" smtClean="0"/>
              <a:t>‹#›</a:t>
            </a:fld>
            <a:endParaRPr lang="en-US"/>
          </a:p>
        </p:txBody>
      </p:sp>
    </p:spTree>
    <p:extLst>
      <p:ext uri="{BB962C8B-B14F-4D97-AF65-F5344CB8AC3E}">
        <p14:creationId xmlns:p14="http://schemas.microsoft.com/office/powerpoint/2010/main" val="21023403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Text Placeholder 2"/>
          <p:cNvSpPr>
            <a:spLocks noGrp="1"/>
          </p:cNvSpPr>
          <p:nvPr>
            <p:ph type="body" idx="1"/>
          </p:nvPr>
        </p:nvSpPr>
        <p:spPr>
          <a:xfrm>
            <a:off x="1295400" y="1818322"/>
            <a:ext cx="4572000" cy="641350"/>
          </a:xfrm>
        </p:spPr>
        <p:txBody>
          <a:bodyPr anchor="ctr">
            <a:normAutofit/>
          </a:bodyPr>
          <a:lstStyle>
            <a:lvl1pPr marL="0" indent="0">
              <a:spcBef>
                <a:spcPts val="0"/>
              </a:spcBef>
              <a:buNone/>
              <a:defRPr sz="20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295400" y="2503713"/>
            <a:ext cx="4572000" cy="3287487"/>
          </a:xfrm>
        </p:spPr>
        <p:txBody>
          <a:bodyPr>
            <a:normAutofit/>
          </a:bodyPr>
          <a:lstStyle>
            <a:lvl1pPr>
              <a:defRPr sz="2000"/>
            </a:lvl1pPr>
            <a:lvl2pPr>
              <a:defRPr sz="1800"/>
            </a:lvl2pPr>
            <a:lvl3pPr>
              <a:defRPr sz="1600"/>
            </a:lvl3pPr>
            <a:lvl4pPr>
              <a:defRPr sz="1400"/>
            </a:lvl4pPr>
            <a:lvl5pPr>
              <a:defRPr sz="14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324600" y="1818322"/>
            <a:ext cx="4572000" cy="641350"/>
          </a:xfrm>
        </p:spPr>
        <p:txBody>
          <a:bodyPr anchor="ctr">
            <a:normAutofit/>
          </a:bodyPr>
          <a:lstStyle>
            <a:lvl1pPr marL="0" indent="0">
              <a:spcBef>
                <a:spcPts val="0"/>
              </a:spcBef>
              <a:buNone/>
              <a:defRPr sz="20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324600" y="2503713"/>
            <a:ext cx="4572000" cy="3287487"/>
          </a:xfrm>
        </p:spPr>
        <p:txBody>
          <a:bodyPr>
            <a:normAutofit/>
          </a:bodyPr>
          <a:lstStyle>
            <a:lvl1pPr>
              <a:defRPr sz="2000"/>
            </a:lvl1pPr>
            <a:lvl2pPr>
              <a:defRPr sz="1800"/>
            </a:lvl2pPr>
            <a:lvl3pPr>
              <a:defRPr sz="1600"/>
            </a:lvl3pPr>
            <a:lvl4pPr>
              <a:defRPr sz="1400"/>
            </a:lvl4pPr>
            <a:lvl5pPr>
              <a:defRPr sz="14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Footer Placeholder 7"/>
          <p:cNvSpPr>
            <a:spLocks noGrp="1"/>
          </p:cNvSpPr>
          <p:nvPr>
            <p:ph type="ftr" sz="quarter" idx="11"/>
          </p:nvPr>
        </p:nvSpPr>
        <p:spPr/>
        <p:txBody>
          <a:bodyPr/>
          <a:lstStyle/>
          <a:p>
            <a:endParaRPr lang="en-US"/>
          </a:p>
        </p:txBody>
      </p:sp>
      <p:sp>
        <p:nvSpPr>
          <p:cNvPr id="7" name="Date Placeholder 6"/>
          <p:cNvSpPr>
            <a:spLocks noGrp="1"/>
          </p:cNvSpPr>
          <p:nvPr>
            <p:ph type="dt" sz="half" idx="10"/>
          </p:nvPr>
        </p:nvSpPr>
        <p:spPr/>
        <p:txBody>
          <a:bodyPr/>
          <a:lstStyle/>
          <a:p>
            <a:fld id="{B517AD40-AE84-3240-90CD-64AD6EF5A104}" type="datetimeFigureOut">
              <a:rPr lang="en-US" smtClean="0"/>
              <a:t>10/5/2026</a:t>
            </a:fld>
            <a:endParaRPr lang="en-US"/>
          </a:p>
        </p:txBody>
      </p:sp>
      <p:sp>
        <p:nvSpPr>
          <p:cNvPr id="9" name="Slide Number Placeholder 8"/>
          <p:cNvSpPr>
            <a:spLocks noGrp="1"/>
          </p:cNvSpPr>
          <p:nvPr>
            <p:ph type="sldNum" sz="quarter" idx="12"/>
          </p:nvPr>
        </p:nvSpPr>
        <p:spPr/>
        <p:txBody>
          <a:bodyPr/>
          <a:lstStyle/>
          <a:p>
            <a:fld id="{77404C2A-5491-9B47-9644-70165B624947}" type="slidenum">
              <a:rPr lang="en-US" smtClean="0"/>
              <a:t>‹#›</a:t>
            </a:fld>
            <a:endParaRPr lang="en-US"/>
          </a:p>
        </p:txBody>
      </p:sp>
    </p:spTree>
    <p:extLst>
      <p:ext uri="{BB962C8B-B14F-4D97-AF65-F5344CB8AC3E}">
        <p14:creationId xmlns:p14="http://schemas.microsoft.com/office/powerpoint/2010/main" val="20526816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4" name="Footer Placeholder 3"/>
          <p:cNvSpPr>
            <a:spLocks noGrp="1"/>
          </p:cNvSpPr>
          <p:nvPr>
            <p:ph type="ftr" sz="quarter" idx="11"/>
          </p:nvPr>
        </p:nvSpPr>
        <p:spPr/>
        <p:txBody>
          <a:bodyPr/>
          <a:lstStyle/>
          <a:p>
            <a:endParaRPr lang="en-US"/>
          </a:p>
        </p:txBody>
      </p:sp>
      <p:sp>
        <p:nvSpPr>
          <p:cNvPr id="3" name="Date Placeholder 2"/>
          <p:cNvSpPr>
            <a:spLocks noGrp="1"/>
          </p:cNvSpPr>
          <p:nvPr>
            <p:ph type="dt" sz="half" idx="10"/>
          </p:nvPr>
        </p:nvSpPr>
        <p:spPr/>
        <p:txBody>
          <a:bodyPr/>
          <a:lstStyle/>
          <a:p>
            <a:fld id="{B517AD40-AE84-3240-90CD-64AD6EF5A104}" type="datetimeFigureOut">
              <a:rPr lang="en-US" smtClean="0"/>
              <a:t>10/5/2026</a:t>
            </a:fld>
            <a:endParaRPr lang="en-US"/>
          </a:p>
        </p:txBody>
      </p:sp>
      <p:sp>
        <p:nvSpPr>
          <p:cNvPr id="5" name="Slide Number Placeholder 4"/>
          <p:cNvSpPr>
            <a:spLocks noGrp="1"/>
          </p:cNvSpPr>
          <p:nvPr>
            <p:ph type="sldNum" sz="quarter" idx="12"/>
          </p:nvPr>
        </p:nvSpPr>
        <p:spPr/>
        <p:txBody>
          <a:bodyPr/>
          <a:lstStyle/>
          <a:p>
            <a:fld id="{77404C2A-5491-9B47-9644-70165B624947}" type="slidenum">
              <a:rPr lang="en-US" smtClean="0"/>
              <a:t>‹#›</a:t>
            </a:fld>
            <a:endParaRPr lang="en-US"/>
          </a:p>
        </p:txBody>
      </p:sp>
    </p:spTree>
    <p:extLst>
      <p:ext uri="{BB962C8B-B14F-4D97-AF65-F5344CB8AC3E}">
        <p14:creationId xmlns:p14="http://schemas.microsoft.com/office/powerpoint/2010/main" val="27709290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grpSp>
        <p:nvGrpSpPr>
          <p:cNvPr id="161" name="Group 160"/>
          <p:cNvGrpSpPr/>
          <p:nvPr/>
        </p:nvGrpSpPr>
        <p:grpSpPr bwMode="hidden">
          <a:xfrm>
            <a:off x="-1" y="0"/>
            <a:ext cx="12192002" cy="6858000"/>
            <a:chOff x="-1" y="0"/>
            <a:chExt cx="12192002" cy="6858000"/>
          </a:xfrm>
        </p:grpSpPr>
        <p:cxnSp>
          <p:nvCxnSpPr>
            <p:cNvPr id="162" name="Straight Connector 161"/>
            <p:cNvCxnSpPr/>
            <p:nvPr/>
          </p:nvCxnSpPr>
          <p:spPr bwMode="hidden">
            <a:xfrm>
              <a:off x="610194" y="0"/>
              <a:ext cx="0" cy="685800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63" name="Straight Connector 162"/>
            <p:cNvCxnSpPr/>
            <p:nvPr/>
          </p:nvCxnSpPr>
          <p:spPr bwMode="hidden">
            <a:xfrm>
              <a:off x="1829332" y="0"/>
              <a:ext cx="0" cy="685800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64" name="Straight Connector 163"/>
            <p:cNvCxnSpPr/>
            <p:nvPr/>
          </p:nvCxnSpPr>
          <p:spPr bwMode="hidden">
            <a:xfrm>
              <a:off x="3048470" y="0"/>
              <a:ext cx="0" cy="685800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65" name="Straight Connector 164"/>
            <p:cNvCxnSpPr/>
            <p:nvPr/>
          </p:nvCxnSpPr>
          <p:spPr bwMode="hidden">
            <a:xfrm>
              <a:off x="4267608" y="0"/>
              <a:ext cx="0" cy="685800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66" name="Straight Connector 165"/>
            <p:cNvCxnSpPr/>
            <p:nvPr/>
          </p:nvCxnSpPr>
          <p:spPr bwMode="hidden">
            <a:xfrm>
              <a:off x="5486746" y="0"/>
              <a:ext cx="0" cy="685800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67" name="Straight Connector 166"/>
            <p:cNvCxnSpPr/>
            <p:nvPr/>
          </p:nvCxnSpPr>
          <p:spPr bwMode="hidden">
            <a:xfrm>
              <a:off x="6705884" y="0"/>
              <a:ext cx="0" cy="685800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68" name="Straight Connector 167"/>
            <p:cNvCxnSpPr/>
            <p:nvPr/>
          </p:nvCxnSpPr>
          <p:spPr bwMode="hidden">
            <a:xfrm>
              <a:off x="7925022" y="0"/>
              <a:ext cx="0" cy="685800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69" name="Straight Connector 168"/>
            <p:cNvCxnSpPr/>
            <p:nvPr/>
          </p:nvCxnSpPr>
          <p:spPr bwMode="hidden">
            <a:xfrm>
              <a:off x="9144160" y="0"/>
              <a:ext cx="0" cy="685800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70" name="Straight Connector 169"/>
            <p:cNvCxnSpPr/>
            <p:nvPr/>
          </p:nvCxnSpPr>
          <p:spPr bwMode="hidden">
            <a:xfrm>
              <a:off x="10363298" y="0"/>
              <a:ext cx="0" cy="685800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71" name="Straight Connector 170"/>
            <p:cNvCxnSpPr/>
            <p:nvPr/>
          </p:nvCxnSpPr>
          <p:spPr bwMode="hidden">
            <a:xfrm>
              <a:off x="11582436" y="0"/>
              <a:ext cx="0" cy="685800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72" name="Straight Connector 171"/>
            <p:cNvCxnSpPr/>
            <p:nvPr/>
          </p:nvCxnSpPr>
          <p:spPr bwMode="hidden">
            <a:xfrm>
              <a:off x="2819" y="386485"/>
              <a:ext cx="12188952" cy="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73" name="Straight Connector 172"/>
            <p:cNvCxnSpPr/>
            <p:nvPr/>
          </p:nvCxnSpPr>
          <p:spPr bwMode="hidden">
            <a:xfrm>
              <a:off x="2819" y="1611181"/>
              <a:ext cx="12188952" cy="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74" name="Straight Connector 173"/>
            <p:cNvCxnSpPr/>
            <p:nvPr/>
          </p:nvCxnSpPr>
          <p:spPr bwMode="hidden">
            <a:xfrm>
              <a:off x="2819" y="2835877"/>
              <a:ext cx="12188952" cy="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75" name="Straight Connector 174"/>
            <p:cNvCxnSpPr/>
            <p:nvPr/>
          </p:nvCxnSpPr>
          <p:spPr bwMode="hidden">
            <a:xfrm>
              <a:off x="2819" y="4060573"/>
              <a:ext cx="12188952" cy="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76" name="Straight Connector 175"/>
            <p:cNvCxnSpPr/>
            <p:nvPr/>
          </p:nvCxnSpPr>
          <p:spPr bwMode="hidden">
            <a:xfrm>
              <a:off x="2819" y="5285269"/>
              <a:ext cx="12188952" cy="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77" name="Straight Connector 176"/>
            <p:cNvCxnSpPr/>
            <p:nvPr/>
          </p:nvCxnSpPr>
          <p:spPr bwMode="hidden">
            <a:xfrm>
              <a:off x="2819" y="6509965"/>
              <a:ext cx="12188952" cy="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grpSp>
          <p:nvGrpSpPr>
            <p:cNvPr id="178" name="Group 177"/>
            <p:cNvGrpSpPr/>
            <p:nvPr/>
          </p:nvGrpSpPr>
          <p:grpSpPr bwMode="hidden">
            <a:xfrm>
              <a:off x="-1" y="0"/>
              <a:ext cx="12192001" cy="6858000"/>
              <a:chOff x="-1" y="0"/>
              <a:chExt cx="12192001" cy="6858000"/>
            </a:xfrm>
          </p:grpSpPr>
          <p:cxnSp>
            <p:nvCxnSpPr>
              <p:cNvPr id="196" name="Straight Connector 195"/>
              <p:cNvCxnSpPr/>
              <p:nvPr/>
            </p:nvCxnSpPr>
            <p:spPr bwMode="hidden">
              <a:xfrm>
                <a:off x="225425" y="0"/>
                <a:ext cx="6815931" cy="685800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97" name="Straight Connector 196"/>
              <p:cNvCxnSpPr/>
              <p:nvPr/>
            </p:nvCxnSpPr>
            <p:spPr bwMode="hidden">
              <a:xfrm>
                <a:off x="1449154" y="0"/>
                <a:ext cx="6815931" cy="685800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98" name="Straight Connector 197"/>
              <p:cNvCxnSpPr/>
              <p:nvPr/>
            </p:nvCxnSpPr>
            <p:spPr bwMode="hidden">
              <a:xfrm>
                <a:off x="2665982" y="0"/>
                <a:ext cx="6815931" cy="685800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99" name="Straight Connector 198"/>
              <p:cNvCxnSpPr/>
              <p:nvPr/>
            </p:nvCxnSpPr>
            <p:spPr bwMode="hidden">
              <a:xfrm>
                <a:off x="3885119" y="0"/>
                <a:ext cx="6815931" cy="685800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200" name="Straight Connector 199"/>
              <p:cNvCxnSpPr/>
              <p:nvPr/>
            </p:nvCxnSpPr>
            <p:spPr bwMode="hidden">
              <a:xfrm>
                <a:off x="5106502" y="0"/>
                <a:ext cx="6815931" cy="685800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grpSp>
            <p:nvGrpSpPr>
              <p:cNvPr id="201" name="Group 200"/>
              <p:cNvGrpSpPr/>
              <p:nvPr/>
            </p:nvGrpSpPr>
            <p:grpSpPr bwMode="hidden">
              <a:xfrm>
                <a:off x="6327885" y="0"/>
                <a:ext cx="5864115" cy="5898673"/>
                <a:chOff x="6327885" y="0"/>
                <a:chExt cx="5864115" cy="5898673"/>
              </a:xfrm>
            </p:grpSpPr>
            <p:cxnSp>
              <p:nvCxnSpPr>
                <p:cNvPr id="207" name="Straight Connector 206"/>
                <p:cNvCxnSpPr/>
                <p:nvPr/>
              </p:nvCxnSpPr>
              <p:spPr bwMode="hidden">
                <a:xfrm>
                  <a:off x="6327885" y="0"/>
                  <a:ext cx="5864115" cy="5898673"/>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208" name="Straight Connector 207"/>
                <p:cNvCxnSpPr/>
                <p:nvPr/>
              </p:nvCxnSpPr>
              <p:spPr bwMode="hidden">
                <a:xfrm>
                  <a:off x="7549268" y="0"/>
                  <a:ext cx="4642732" cy="4672425"/>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209" name="Straight Connector 208"/>
                <p:cNvCxnSpPr/>
                <p:nvPr/>
              </p:nvCxnSpPr>
              <p:spPr bwMode="hidden">
                <a:xfrm>
                  <a:off x="8772997" y="0"/>
                  <a:ext cx="3419003" cy="3456749"/>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210" name="Straight Connector 209"/>
                <p:cNvCxnSpPr/>
                <p:nvPr/>
              </p:nvCxnSpPr>
              <p:spPr bwMode="hidden">
                <a:xfrm>
                  <a:off x="9982200" y="0"/>
                  <a:ext cx="2209800" cy="2226469"/>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211" name="Straight Connector 210"/>
                <p:cNvCxnSpPr/>
                <p:nvPr/>
              </p:nvCxnSpPr>
              <p:spPr bwMode="hidden">
                <a:xfrm>
                  <a:off x="11199019" y="0"/>
                  <a:ext cx="992981" cy="1002506"/>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grpSp>
          <p:cxnSp>
            <p:nvCxnSpPr>
              <p:cNvPr id="202" name="Straight Connector 201"/>
              <p:cNvCxnSpPr/>
              <p:nvPr/>
            </p:nvCxnSpPr>
            <p:spPr bwMode="hidden">
              <a:xfrm flipH="1" flipV="1">
                <a:off x="-1" y="1012053"/>
                <a:ext cx="5828811" cy="5845945"/>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203" name="Straight Connector 202"/>
              <p:cNvCxnSpPr/>
              <p:nvPr/>
            </p:nvCxnSpPr>
            <p:spPr bwMode="hidden">
              <a:xfrm flipH="1" flipV="1">
                <a:off x="-1" y="2227340"/>
                <a:ext cx="4614781" cy="4630658"/>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204" name="Straight Connector 203"/>
              <p:cNvCxnSpPr/>
              <p:nvPr/>
            </p:nvCxnSpPr>
            <p:spPr bwMode="hidden">
              <a:xfrm flipH="1" flipV="1">
                <a:off x="-1" y="3432149"/>
                <a:ext cx="3398419" cy="3425849"/>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205" name="Straight Connector 204"/>
              <p:cNvCxnSpPr/>
              <p:nvPr/>
            </p:nvCxnSpPr>
            <p:spPr bwMode="hidden">
              <a:xfrm flipH="1" flipV="1">
                <a:off x="-1" y="4651431"/>
                <a:ext cx="2196496" cy="2206567"/>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206" name="Straight Connector 205"/>
              <p:cNvCxnSpPr/>
              <p:nvPr/>
            </p:nvCxnSpPr>
            <p:spPr bwMode="hidden">
              <a:xfrm flipH="1" flipV="1">
                <a:off x="-1" y="5864453"/>
                <a:ext cx="987003" cy="993545"/>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grpSp>
        <p:grpSp>
          <p:nvGrpSpPr>
            <p:cNvPr id="179" name="Group 178"/>
            <p:cNvGrpSpPr/>
            <p:nvPr/>
          </p:nvGrpSpPr>
          <p:grpSpPr bwMode="hidden">
            <a:xfrm flipH="1">
              <a:off x="0" y="0"/>
              <a:ext cx="12192001" cy="6858000"/>
              <a:chOff x="-1" y="0"/>
              <a:chExt cx="12192001" cy="6858000"/>
            </a:xfrm>
          </p:grpSpPr>
          <p:cxnSp>
            <p:nvCxnSpPr>
              <p:cNvPr id="180" name="Straight Connector 179"/>
              <p:cNvCxnSpPr/>
              <p:nvPr/>
            </p:nvCxnSpPr>
            <p:spPr bwMode="hidden">
              <a:xfrm>
                <a:off x="225425" y="0"/>
                <a:ext cx="6815931" cy="685800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81" name="Straight Connector 180"/>
              <p:cNvCxnSpPr/>
              <p:nvPr/>
            </p:nvCxnSpPr>
            <p:spPr bwMode="hidden">
              <a:xfrm>
                <a:off x="1449154" y="0"/>
                <a:ext cx="6815931" cy="685800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82" name="Straight Connector 181"/>
              <p:cNvCxnSpPr/>
              <p:nvPr/>
            </p:nvCxnSpPr>
            <p:spPr bwMode="hidden">
              <a:xfrm>
                <a:off x="2665982" y="0"/>
                <a:ext cx="6815931" cy="685800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83" name="Straight Connector 182"/>
              <p:cNvCxnSpPr/>
              <p:nvPr/>
            </p:nvCxnSpPr>
            <p:spPr bwMode="hidden">
              <a:xfrm>
                <a:off x="3885119" y="0"/>
                <a:ext cx="6815931" cy="685800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84" name="Straight Connector 183"/>
              <p:cNvCxnSpPr/>
              <p:nvPr/>
            </p:nvCxnSpPr>
            <p:spPr bwMode="hidden">
              <a:xfrm>
                <a:off x="5106502" y="0"/>
                <a:ext cx="6815931" cy="685800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grpSp>
            <p:nvGrpSpPr>
              <p:cNvPr id="185" name="Group 184"/>
              <p:cNvGrpSpPr/>
              <p:nvPr/>
            </p:nvGrpSpPr>
            <p:grpSpPr bwMode="hidden">
              <a:xfrm>
                <a:off x="6327885" y="0"/>
                <a:ext cx="5864115" cy="5898673"/>
                <a:chOff x="6327885" y="0"/>
                <a:chExt cx="5864115" cy="5898673"/>
              </a:xfrm>
            </p:grpSpPr>
            <p:cxnSp>
              <p:nvCxnSpPr>
                <p:cNvPr id="191" name="Straight Connector 190"/>
                <p:cNvCxnSpPr/>
                <p:nvPr/>
              </p:nvCxnSpPr>
              <p:spPr bwMode="hidden">
                <a:xfrm>
                  <a:off x="6327885" y="0"/>
                  <a:ext cx="5864115" cy="5898673"/>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92" name="Straight Connector 191"/>
                <p:cNvCxnSpPr/>
                <p:nvPr/>
              </p:nvCxnSpPr>
              <p:spPr bwMode="hidden">
                <a:xfrm>
                  <a:off x="7549268" y="0"/>
                  <a:ext cx="4642732" cy="4672425"/>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93" name="Straight Connector 192"/>
                <p:cNvCxnSpPr/>
                <p:nvPr/>
              </p:nvCxnSpPr>
              <p:spPr bwMode="hidden">
                <a:xfrm>
                  <a:off x="8772997" y="0"/>
                  <a:ext cx="3419003" cy="3456749"/>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94" name="Straight Connector 193"/>
                <p:cNvCxnSpPr/>
                <p:nvPr/>
              </p:nvCxnSpPr>
              <p:spPr bwMode="hidden">
                <a:xfrm>
                  <a:off x="9982200" y="0"/>
                  <a:ext cx="2209800" cy="2226469"/>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95" name="Straight Connector 194"/>
                <p:cNvCxnSpPr/>
                <p:nvPr/>
              </p:nvCxnSpPr>
              <p:spPr bwMode="hidden">
                <a:xfrm>
                  <a:off x="11199019" y="0"/>
                  <a:ext cx="992981" cy="1002506"/>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grpSp>
          <p:cxnSp>
            <p:nvCxnSpPr>
              <p:cNvPr id="186" name="Straight Connector 185"/>
              <p:cNvCxnSpPr/>
              <p:nvPr/>
            </p:nvCxnSpPr>
            <p:spPr bwMode="hidden">
              <a:xfrm flipH="1" flipV="1">
                <a:off x="-1" y="1012053"/>
                <a:ext cx="5828811" cy="5845945"/>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87" name="Straight Connector 186"/>
              <p:cNvCxnSpPr/>
              <p:nvPr/>
            </p:nvCxnSpPr>
            <p:spPr bwMode="hidden">
              <a:xfrm flipH="1" flipV="1">
                <a:off x="-1" y="2227340"/>
                <a:ext cx="4614781" cy="4630658"/>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88" name="Straight Connector 187"/>
              <p:cNvCxnSpPr/>
              <p:nvPr/>
            </p:nvCxnSpPr>
            <p:spPr bwMode="hidden">
              <a:xfrm flipH="1" flipV="1">
                <a:off x="-1" y="3432149"/>
                <a:ext cx="3398419" cy="3425849"/>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89" name="Straight Connector 188"/>
              <p:cNvCxnSpPr/>
              <p:nvPr/>
            </p:nvCxnSpPr>
            <p:spPr bwMode="hidden">
              <a:xfrm flipH="1" flipV="1">
                <a:off x="-1" y="4651431"/>
                <a:ext cx="2196496" cy="2206567"/>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90" name="Straight Connector 189"/>
              <p:cNvCxnSpPr/>
              <p:nvPr/>
            </p:nvCxnSpPr>
            <p:spPr bwMode="hidden">
              <a:xfrm flipH="1" flipV="1">
                <a:off x="-1" y="5864453"/>
                <a:ext cx="987003" cy="993545"/>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grpSp>
      </p:grpSp>
      <p:sp>
        <p:nvSpPr>
          <p:cNvPr id="213" name="Footer Placeholder 212"/>
          <p:cNvSpPr>
            <a:spLocks noGrp="1"/>
          </p:cNvSpPr>
          <p:nvPr>
            <p:ph type="ftr" sz="quarter" idx="11"/>
          </p:nvPr>
        </p:nvSpPr>
        <p:spPr/>
        <p:txBody>
          <a:bodyPr/>
          <a:lstStyle/>
          <a:p>
            <a:endParaRPr lang="en-US"/>
          </a:p>
        </p:txBody>
      </p:sp>
      <p:sp>
        <p:nvSpPr>
          <p:cNvPr id="212" name="Date Placeholder 211"/>
          <p:cNvSpPr>
            <a:spLocks noGrp="1"/>
          </p:cNvSpPr>
          <p:nvPr>
            <p:ph type="dt" sz="half" idx="10"/>
          </p:nvPr>
        </p:nvSpPr>
        <p:spPr/>
        <p:txBody>
          <a:bodyPr/>
          <a:lstStyle/>
          <a:p>
            <a:fld id="{B517AD40-AE84-3240-90CD-64AD6EF5A104}" type="datetimeFigureOut">
              <a:rPr lang="en-US" smtClean="0"/>
              <a:t>10/5/2026</a:t>
            </a:fld>
            <a:endParaRPr lang="en-US"/>
          </a:p>
        </p:txBody>
      </p:sp>
      <p:sp>
        <p:nvSpPr>
          <p:cNvPr id="214" name="Slide Number Placeholder 213"/>
          <p:cNvSpPr>
            <a:spLocks noGrp="1"/>
          </p:cNvSpPr>
          <p:nvPr>
            <p:ph type="sldNum" sz="quarter" idx="12"/>
          </p:nvPr>
        </p:nvSpPr>
        <p:spPr/>
        <p:txBody>
          <a:bodyPr/>
          <a:lstStyle/>
          <a:p>
            <a:fld id="{77404C2A-5491-9B47-9644-70165B624947}" type="slidenum">
              <a:rPr lang="en-US" smtClean="0"/>
              <a:t>‹#›</a:t>
            </a:fld>
            <a:endParaRPr lang="en-US"/>
          </a:p>
        </p:txBody>
      </p:sp>
    </p:spTree>
    <p:extLst>
      <p:ext uri="{BB962C8B-B14F-4D97-AF65-F5344CB8AC3E}">
        <p14:creationId xmlns:p14="http://schemas.microsoft.com/office/powerpoint/2010/main" val="7835563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bg>
      <p:bgPr>
        <a:gradFill flip="none" rotWithShape="1">
          <a:gsLst>
            <a:gs pos="0">
              <a:schemeClr val="accent1"/>
            </a:gs>
            <a:gs pos="100000">
              <a:schemeClr val="accent1">
                <a:lumMod val="80000"/>
              </a:schemeClr>
            </a:gs>
          </a:gsLst>
          <a:path path="circle">
            <a:fillToRect l="50000" t="50000" r="50000" b="50000"/>
          </a:path>
          <a:tileRect/>
        </a:gradFill>
        <a:effectLst/>
      </p:bgPr>
    </p:bg>
    <p:spTree>
      <p:nvGrpSpPr>
        <p:cNvPr id="1" name=""/>
        <p:cNvGrpSpPr/>
        <p:nvPr/>
      </p:nvGrpSpPr>
      <p:grpSpPr>
        <a:xfrm>
          <a:off x="0" y="0"/>
          <a:ext cx="0" cy="0"/>
          <a:chOff x="0" y="0"/>
          <a:chExt cx="0" cy="0"/>
        </a:xfrm>
      </p:grpSpPr>
      <p:grpSp>
        <p:nvGrpSpPr>
          <p:cNvPr id="9" name="Group 8"/>
          <p:cNvGrpSpPr/>
          <p:nvPr/>
        </p:nvGrpSpPr>
        <p:grpSpPr bwMode="hidden">
          <a:xfrm>
            <a:off x="-1" y="0"/>
            <a:ext cx="12192002" cy="6858000"/>
            <a:chOff x="-1" y="0"/>
            <a:chExt cx="12192002" cy="6858000"/>
          </a:xfrm>
        </p:grpSpPr>
        <p:cxnSp>
          <p:nvCxnSpPr>
            <p:cNvPr id="10" name="Straight Connector 9"/>
            <p:cNvCxnSpPr/>
            <p:nvPr/>
          </p:nvCxnSpPr>
          <p:spPr bwMode="hidden">
            <a:xfrm>
              <a:off x="610194"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bwMode="hidden">
            <a:xfrm>
              <a:off x="1829332"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2" name="Straight Connector 11"/>
            <p:cNvCxnSpPr/>
            <p:nvPr/>
          </p:nvCxnSpPr>
          <p:spPr bwMode="hidden">
            <a:xfrm>
              <a:off x="3048470"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3" name="Straight Connector 12"/>
            <p:cNvCxnSpPr/>
            <p:nvPr/>
          </p:nvCxnSpPr>
          <p:spPr bwMode="hidden">
            <a:xfrm>
              <a:off x="4267608"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4" name="Straight Connector 13"/>
            <p:cNvCxnSpPr/>
            <p:nvPr/>
          </p:nvCxnSpPr>
          <p:spPr bwMode="hidden">
            <a:xfrm>
              <a:off x="5486746"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5" name="Straight Connector 14"/>
            <p:cNvCxnSpPr/>
            <p:nvPr/>
          </p:nvCxnSpPr>
          <p:spPr bwMode="hidden">
            <a:xfrm>
              <a:off x="6705884"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6" name="Straight Connector 15"/>
            <p:cNvCxnSpPr/>
            <p:nvPr/>
          </p:nvCxnSpPr>
          <p:spPr bwMode="hidden">
            <a:xfrm>
              <a:off x="7925022"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7" name="Straight Connector 16"/>
            <p:cNvCxnSpPr/>
            <p:nvPr/>
          </p:nvCxnSpPr>
          <p:spPr bwMode="hidden">
            <a:xfrm>
              <a:off x="9144160"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bwMode="hidden">
            <a:xfrm>
              <a:off x="10363298"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bwMode="hidden">
            <a:xfrm>
              <a:off x="11582436"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0" name="Straight Connector 19"/>
            <p:cNvCxnSpPr/>
            <p:nvPr/>
          </p:nvCxnSpPr>
          <p:spPr bwMode="hidden">
            <a:xfrm>
              <a:off x="2819" y="386485"/>
              <a:ext cx="12188952" cy="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1" name="Straight Connector 20"/>
            <p:cNvCxnSpPr/>
            <p:nvPr/>
          </p:nvCxnSpPr>
          <p:spPr bwMode="hidden">
            <a:xfrm>
              <a:off x="2819" y="1611181"/>
              <a:ext cx="12188952" cy="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2" name="Straight Connector 21"/>
            <p:cNvCxnSpPr/>
            <p:nvPr/>
          </p:nvCxnSpPr>
          <p:spPr bwMode="hidden">
            <a:xfrm>
              <a:off x="2819" y="2835877"/>
              <a:ext cx="12188952" cy="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3" name="Straight Connector 22"/>
            <p:cNvCxnSpPr/>
            <p:nvPr/>
          </p:nvCxnSpPr>
          <p:spPr bwMode="hidden">
            <a:xfrm>
              <a:off x="2819" y="4060573"/>
              <a:ext cx="12188952" cy="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4" name="Straight Connector 23"/>
            <p:cNvCxnSpPr/>
            <p:nvPr/>
          </p:nvCxnSpPr>
          <p:spPr bwMode="hidden">
            <a:xfrm>
              <a:off x="2819" y="5285269"/>
              <a:ext cx="12188952" cy="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5" name="Straight Connector 24"/>
            <p:cNvCxnSpPr/>
            <p:nvPr/>
          </p:nvCxnSpPr>
          <p:spPr bwMode="hidden">
            <a:xfrm>
              <a:off x="2819" y="6509965"/>
              <a:ext cx="12188952" cy="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nvGrpSpPr>
            <p:cNvPr id="26" name="Group 25"/>
            <p:cNvGrpSpPr/>
            <p:nvPr/>
          </p:nvGrpSpPr>
          <p:grpSpPr bwMode="hidden">
            <a:xfrm>
              <a:off x="-1" y="0"/>
              <a:ext cx="12192001" cy="6858000"/>
              <a:chOff x="-1" y="0"/>
              <a:chExt cx="12192001" cy="6858000"/>
            </a:xfrm>
          </p:grpSpPr>
          <p:cxnSp>
            <p:nvCxnSpPr>
              <p:cNvPr id="44" name="Straight Connector 43"/>
              <p:cNvCxnSpPr/>
              <p:nvPr/>
            </p:nvCxnSpPr>
            <p:spPr bwMode="hidden">
              <a:xfrm>
                <a:off x="225425"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5" name="Straight Connector 44"/>
              <p:cNvCxnSpPr/>
              <p:nvPr/>
            </p:nvCxnSpPr>
            <p:spPr bwMode="hidden">
              <a:xfrm>
                <a:off x="1449154"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6" name="Straight Connector 45"/>
              <p:cNvCxnSpPr/>
              <p:nvPr/>
            </p:nvCxnSpPr>
            <p:spPr bwMode="hidden">
              <a:xfrm>
                <a:off x="2665982"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7" name="Straight Connector 46"/>
              <p:cNvCxnSpPr/>
              <p:nvPr/>
            </p:nvCxnSpPr>
            <p:spPr bwMode="hidden">
              <a:xfrm>
                <a:off x="3885119"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8" name="Straight Connector 47"/>
              <p:cNvCxnSpPr/>
              <p:nvPr/>
            </p:nvCxnSpPr>
            <p:spPr bwMode="hidden">
              <a:xfrm>
                <a:off x="5106502"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nvGrpSpPr>
              <p:cNvPr id="49" name="Group 48"/>
              <p:cNvGrpSpPr/>
              <p:nvPr/>
            </p:nvGrpSpPr>
            <p:grpSpPr bwMode="hidden">
              <a:xfrm>
                <a:off x="6327885" y="0"/>
                <a:ext cx="5864115" cy="5898673"/>
                <a:chOff x="6327885" y="0"/>
                <a:chExt cx="5864115" cy="5898673"/>
              </a:xfrm>
            </p:grpSpPr>
            <p:cxnSp>
              <p:nvCxnSpPr>
                <p:cNvPr id="55" name="Straight Connector 54"/>
                <p:cNvCxnSpPr/>
                <p:nvPr/>
              </p:nvCxnSpPr>
              <p:spPr bwMode="hidden">
                <a:xfrm>
                  <a:off x="6327885" y="0"/>
                  <a:ext cx="5864115" cy="5898673"/>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6" name="Straight Connector 55"/>
                <p:cNvCxnSpPr/>
                <p:nvPr/>
              </p:nvCxnSpPr>
              <p:spPr bwMode="hidden">
                <a:xfrm>
                  <a:off x="7549268" y="0"/>
                  <a:ext cx="4642732" cy="4672425"/>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7" name="Straight Connector 56"/>
                <p:cNvCxnSpPr/>
                <p:nvPr/>
              </p:nvCxnSpPr>
              <p:spPr bwMode="hidden">
                <a:xfrm>
                  <a:off x="8772997" y="0"/>
                  <a:ext cx="3419003" cy="3456749"/>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8" name="Straight Connector 57"/>
                <p:cNvCxnSpPr/>
                <p:nvPr/>
              </p:nvCxnSpPr>
              <p:spPr bwMode="hidden">
                <a:xfrm>
                  <a:off x="9982200" y="0"/>
                  <a:ext cx="2209800" cy="2226469"/>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9" name="Straight Connector 58"/>
                <p:cNvCxnSpPr/>
                <p:nvPr/>
              </p:nvCxnSpPr>
              <p:spPr bwMode="hidden">
                <a:xfrm>
                  <a:off x="11199019" y="0"/>
                  <a:ext cx="992981" cy="1002506"/>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cxnSp>
            <p:nvCxnSpPr>
              <p:cNvPr id="50" name="Straight Connector 49"/>
              <p:cNvCxnSpPr/>
              <p:nvPr/>
            </p:nvCxnSpPr>
            <p:spPr bwMode="hidden">
              <a:xfrm flipH="1" flipV="1">
                <a:off x="-1" y="1012053"/>
                <a:ext cx="5828811" cy="5845945"/>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1" name="Straight Connector 50"/>
              <p:cNvCxnSpPr/>
              <p:nvPr/>
            </p:nvCxnSpPr>
            <p:spPr bwMode="hidden">
              <a:xfrm flipH="1" flipV="1">
                <a:off x="-1" y="2227340"/>
                <a:ext cx="4614781" cy="4630658"/>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2" name="Straight Connector 51"/>
              <p:cNvCxnSpPr/>
              <p:nvPr/>
            </p:nvCxnSpPr>
            <p:spPr bwMode="hidden">
              <a:xfrm flipH="1" flipV="1">
                <a:off x="-1" y="3432149"/>
                <a:ext cx="3398419" cy="3425849"/>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3" name="Straight Connector 52"/>
              <p:cNvCxnSpPr/>
              <p:nvPr/>
            </p:nvCxnSpPr>
            <p:spPr bwMode="hidden">
              <a:xfrm flipH="1" flipV="1">
                <a:off x="-1" y="4651431"/>
                <a:ext cx="2196496" cy="2206567"/>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4" name="Straight Connector 53"/>
              <p:cNvCxnSpPr/>
              <p:nvPr/>
            </p:nvCxnSpPr>
            <p:spPr bwMode="hidden">
              <a:xfrm flipH="1" flipV="1">
                <a:off x="-1" y="5864453"/>
                <a:ext cx="987003" cy="993545"/>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grpSp>
          <p:nvGrpSpPr>
            <p:cNvPr id="27" name="Group 26"/>
            <p:cNvGrpSpPr/>
            <p:nvPr/>
          </p:nvGrpSpPr>
          <p:grpSpPr bwMode="hidden">
            <a:xfrm flipH="1">
              <a:off x="0" y="0"/>
              <a:ext cx="12192001" cy="6858000"/>
              <a:chOff x="-1" y="0"/>
              <a:chExt cx="12192001" cy="6858000"/>
            </a:xfrm>
          </p:grpSpPr>
          <p:cxnSp>
            <p:nvCxnSpPr>
              <p:cNvPr id="28" name="Straight Connector 27"/>
              <p:cNvCxnSpPr/>
              <p:nvPr/>
            </p:nvCxnSpPr>
            <p:spPr bwMode="hidden">
              <a:xfrm>
                <a:off x="225425"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9" name="Straight Connector 28"/>
              <p:cNvCxnSpPr/>
              <p:nvPr/>
            </p:nvCxnSpPr>
            <p:spPr bwMode="hidden">
              <a:xfrm>
                <a:off x="1449154"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0" name="Straight Connector 29"/>
              <p:cNvCxnSpPr/>
              <p:nvPr/>
            </p:nvCxnSpPr>
            <p:spPr bwMode="hidden">
              <a:xfrm>
                <a:off x="2665982"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1" name="Straight Connector 30"/>
              <p:cNvCxnSpPr/>
              <p:nvPr/>
            </p:nvCxnSpPr>
            <p:spPr bwMode="hidden">
              <a:xfrm>
                <a:off x="3885119"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2" name="Straight Connector 31"/>
              <p:cNvCxnSpPr/>
              <p:nvPr/>
            </p:nvCxnSpPr>
            <p:spPr bwMode="hidden">
              <a:xfrm>
                <a:off x="5150644"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nvGrpSpPr>
              <p:cNvPr id="33" name="Group 32"/>
              <p:cNvGrpSpPr/>
              <p:nvPr/>
            </p:nvGrpSpPr>
            <p:grpSpPr bwMode="hidden">
              <a:xfrm>
                <a:off x="6327885" y="0"/>
                <a:ext cx="5864115" cy="5898673"/>
                <a:chOff x="6327885" y="0"/>
                <a:chExt cx="5864115" cy="5898673"/>
              </a:xfrm>
            </p:grpSpPr>
            <p:cxnSp>
              <p:nvCxnSpPr>
                <p:cNvPr id="39" name="Straight Connector 38"/>
                <p:cNvCxnSpPr/>
                <p:nvPr/>
              </p:nvCxnSpPr>
              <p:spPr bwMode="hidden">
                <a:xfrm>
                  <a:off x="6327885" y="0"/>
                  <a:ext cx="5864115" cy="5898673"/>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0" name="Straight Connector 39"/>
                <p:cNvCxnSpPr/>
                <p:nvPr/>
              </p:nvCxnSpPr>
              <p:spPr bwMode="hidden">
                <a:xfrm>
                  <a:off x="7549268" y="0"/>
                  <a:ext cx="4642732" cy="4672425"/>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1" name="Straight Connector 40"/>
                <p:cNvCxnSpPr/>
                <p:nvPr/>
              </p:nvCxnSpPr>
              <p:spPr bwMode="hidden">
                <a:xfrm>
                  <a:off x="8772997" y="0"/>
                  <a:ext cx="3419003" cy="3456749"/>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2" name="Straight Connector 41"/>
                <p:cNvCxnSpPr/>
                <p:nvPr/>
              </p:nvCxnSpPr>
              <p:spPr bwMode="hidden">
                <a:xfrm>
                  <a:off x="9982200" y="0"/>
                  <a:ext cx="2209800" cy="2226469"/>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3" name="Straight Connector 42"/>
                <p:cNvCxnSpPr/>
                <p:nvPr/>
              </p:nvCxnSpPr>
              <p:spPr bwMode="hidden">
                <a:xfrm>
                  <a:off x="11199019" y="0"/>
                  <a:ext cx="992981" cy="1002506"/>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cxnSp>
            <p:nvCxnSpPr>
              <p:cNvPr id="34" name="Straight Connector 33"/>
              <p:cNvCxnSpPr/>
              <p:nvPr/>
            </p:nvCxnSpPr>
            <p:spPr bwMode="hidden">
              <a:xfrm flipH="1" flipV="1">
                <a:off x="-1" y="1012053"/>
                <a:ext cx="5828811" cy="5845945"/>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5" name="Straight Connector 34"/>
              <p:cNvCxnSpPr/>
              <p:nvPr/>
            </p:nvCxnSpPr>
            <p:spPr bwMode="hidden">
              <a:xfrm flipH="1" flipV="1">
                <a:off x="-1" y="2227340"/>
                <a:ext cx="4614781" cy="4630658"/>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6" name="Straight Connector 35"/>
              <p:cNvCxnSpPr/>
              <p:nvPr/>
            </p:nvCxnSpPr>
            <p:spPr bwMode="hidden">
              <a:xfrm flipH="1" flipV="1">
                <a:off x="-1" y="3432149"/>
                <a:ext cx="3398419" cy="3425849"/>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7" name="Straight Connector 36"/>
              <p:cNvCxnSpPr/>
              <p:nvPr/>
            </p:nvCxnSpPr>
            <p:spPr bwMode="hidden">
              <a:xfrm flipH="1" flipV="1">
                <a:off x="-1" y="4651431"/>
                <a:ext cx="2196496" cy="2206567"/>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8" name="Straight Connector 37"/>
              <p:cNvCxnSpPr/>
              <p:nvPr/>
            </p:nvCxnSpPr>
            <p:spPr bwMode="hidden">
              <a:xfrm flipH="1" flipV="1">
                <a:off x="-1" y="5864453"/>
                <a:ext cx="987003" cy="993545"/>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grpSp>
      <p:sp>
        <p:nvSpPr>
          <p:cNvPr id="7" name="Rectangle 6"/>
          <p:cNvSpPr/>
          <p:nvPr/>
        </p:nvSpPr>
        <p:spPr>
          <a:xfrm>
            <a:off x="0" y="0"/>
            <a:ext cx="7315200" cy="6858000"/>
          </a:xfrm>
          <a:prstGeom prst="rect">
            <a:avLst/>
          </a:prstGeom>
          <a:gradFill>
            <a:gsLst>
              <a:gs pos="69000">
                <a:schemeClr val="bg1"/>
              </a:gs>
              <a:gs pos="0">
                <a:schemeClr val="bg1"/>
              </a:gs>
              <a:gs pos="100000">
                <a:schemeClr val="bg1">
                  <a:lumMod val="95000"/>
                </a:scheme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7913152" y="571500"/>
            <a:ext cx="3657600" cy="2197100"/>
          </a:xfrm>
        </p:spPr>
        <p:txBody>
          <a:bodyPr anchor="b">
            <a:normAutofit/>
          </a:bodyPr>
          <a:lstStyle>
            <a:lvl1pPr>
              <a:defRPr sz="2600">
                <a:solidFill>
                  <a:schemeClr val="bg1"/>
                </a:solidFill>
              </a:defRPr>
            </a:lvl1pPr>
          </a:lstStyle>
          <a:p>
            <a:r>
              <a:rPr lang="en-US"/>
              <a:t>Click to edit Master title style</a:t>
            </a:r>
            <a:endParaRPr lang="en-US" dirty="0"/>
          </a:p>
        </p:txBody>
      </p:sp>
      <p:sp>
        <p:nvSpPr>
          <p:cNvPr id="3" name="Content Placeholder 2"/>
          <p:cNvSpPr>
            <a:spLocks noGrp="1"/>
          </p:cNvSpPr>
          <p:nvPr>
            <p:ph idx="1"/>
          </p:nvPr>
        </p:nvSpPr>
        <p:spPr>
          <a:xfrm>
            <a:off x="543197" y="571500"/>
            <a:ext cx="6217920" cy="5715000"/>
          </a:xfrm>
        </p:spPr>
        <p:txBody>
          <a:bodyPr>
            <a:normAutofit/>
          </a:bodyPr>
          <a:lstStyle>
            <a:lvl1pPr>
              <a:defRPr sz="2000"/>
            </a:lvl1pPr>
            <a:lvl2pPr>
              <a:defRPr sz="1800"/>
            </a:lvl2pPr>
            <a:lvl3pPr>
              <a:defRPr sz="1600"/>
            </a:lvl3pPr>
            <a:lvl4pPr>
              <a:defRPr sz="1400"/>
            </a:lvl4pPr>
            <a:lvl5pPr>
              <a:defRPr sz="14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7913152" y="2995012"/>
            <a:ext cx="3657600" cy="2285950"/>
          </a:xfrm>
        </p:spPr>
        <p:txBody>
          <a:bodyPr>
            <a:normAutofit/>
          </a:bodyPr>
          <a:lstStyle>
            <a:lvl1pPr marL="0" indent="0">
              <a:spcBef>
                <a:spcPts val="1200"/>
              </a:spcBef>
              <a:buNone/>
              <a:defRPr sz="1600">
                <a:solidFill>
                  <a:schemeClr val="bg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cxnSp>
        <p:nvCxnSpPr>
          <p:cNvPr id="60" name="Straight Connector 59"/>
          <p:cNvCxnSpPr/>
          <p:nvPr/>
        </p:nvCxnSpPr>
        <p:spPr>
          <a:xfrm>
            <a:off x="7923089" y="2895600"/>
            <a:ext cx="3659311" cy="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6" name="Footer Placeholder 5"/>
          <p:cNvSpPr>
            <a:spLocks noGrp="1"/>
          </p:cNvSpPr>
          <p:nvPr>
            <p:ph type="ftr" sz="quarter" idx="11"/>
          </p:nvPr>
        </p:nvSpPr>
        <p:spPr/>
        <p:txBody>
          <a:bodyPr/>
          <a:lstStyle/>
          <a:p>
            <a:endParaRPr lang="en-US"/>
          </a:p>
        </p:txBody>
      </p:sp>
      <p:sp>
        <p:nvSpPr>
          <p:cNvPr id="5" name="Date Placeholder 4"/>
          <p:cNvSpPr>
            <a:spLocks noGrp="1"/>
          </p:cNvSpPr>
          <p:nvPr>
            <p:ph type="dt" sz="half" idx="10"/>
          </p:nvPr>
        </p:nvSpPr>
        <p:spPr/>
        <p:txBody>
          <a:bodyPr/>
          <a:lstStyle>
            <a:lvl1pPr>
              <a:defRPr>
                <a:solidFill>
                  <a:schemeClr val="bg1"/>
                </a:solidFill>
              </a:defRPr>
            </a:lvl1pPr>
          </a:lstStyle>
          <a:p>
            <a:fld id="{B517AD40-AE84-3240-90CD-64AD6EF5A104}" type="datetimeFigureOut">
              <a:rPr lang="en-US" smtClean="0"/>
              <a:t>10/5/2026</a:t>
            </a:fld>
            <a:endParaRPr lang="en-US"/>
          </a:p>
        </p:txBody>
      </p:sp>
      <p:sp>
        <p:nvSpPr>
          <p:cNvPr id="8" name="Slide Number Placeholder 7"/>
          <p:cNvSpPr>
            <a:spLocks noGrp="1"/>
          </p:cNvSpPr>
          <p:nvPr>
            <p:ph type="sldNum" sz="quarter" idx="12"/>
          </p:nvPr>
        </p:nvSpPr>
        <p:spPr/>
        <p:txBody>
          <a:bodyPr/>
          <a:lstStyle>
            <a:lvl1pPr>
              <a:defRPr>
                <a:solidFill>
                  <a:schemeClr val="bg1"/>
                </a:solidFill>
              </a:defRPr>
            </a:lvl1pPr>
          </a:lstStyle>
          <a:p>
            <a:fld id="{77404C2A-5491-9B47-9644-70165B624947}" type="slidenum">
              <a:rPr lang="en-US" smtClean="0"/>
              <a:t>‹#›</a:t>
            </a:fld>
            <a:endParaRPr lang="en-US"/>
          </a:p>
        </p:txBody>
      </p:sp>
    </p:spTree>
    <p:extLst>
      <p:ext uri="{BB962C8B-B14F-4D97-AF65-F5344CB8AC3E}">
        <p14:creationId xmlns:p14="http://schemas.microsoft.com/office/powerpoint/2010/main" val="34071524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Pr>
        <a:gradFill flip="none" rotWithShape="1">
          <a:gsLst>
            <a:gs pos="0">
              <a:schemeClr val="accent1"/>
            </a:gs>
            <a:gs pos="100000">
              <a:schemeClr val="accent1">
                <a:lumMod val="80000"/>
              </a:schemeClr>
            </a:gs>
          </a:gsLst>
          <a:path path="circle">
            <a:fillToRect l="50000" t="50000" r="50000" b="50000"/>
          </a:path>
          <a:tileRect/>
        </a:gradFill>
        <a:effectLst/>
      </p:bgPr>
    </p:bg>
    <p:spTree>
      <p:nvGrpSpPr>
        <p:cNvPr id="1" name=""/>
        <p:cNvGrpSpPr/>
        <p:nvPr/>
      </p:nvGrpSpPr>
      <p:grpSpPr>
        <a:xfrm>
          <a:off x="0" y="0"/>
          <a:ext cx="0" cy="0"/>
          <a:chOff x="0" y="0"/>
          <a:chExt cx="0" cy="0"/>
        </a:xfrm>
      </p:grpSpPr>
      <p:grpSp>
        <p:nvGrpSpPr>
          <p:cNvPr id="8" name="Group 7"/>
          <p:cNvGrpSpPr/>
          <p:nvPr/>
        </p:nvGrpSpPr>
        <p:grpSpPr bwMode="hidden">
          <a:xfrm>
            <a:off x="-1" y="0"/>
            <a:ext cx="12192002" cy="6858000"/>
            <a:chOff x="-1" y="0"/>
            <a:chExt cx="12192002" cy="6858000"/>
          </a:xfrm>
        </p:grpSpPr>
        <p:cxnSp>
          <p:nvCxnSpPr>
            <p:cNvPr id="9" name="Straight Connector 8"/>
            <p:cNvCxnSpPr/>
            <p:nvPr/>
          </p:nvCxnSpPr>
          <p:spPr bwMode="hidden">
            <a:xfrm>
              <a:off x="610194"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bwMode="hidden">
            <a:xfrm>
              <a:off x="1829332"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bwMode="hidden">
            <a:xfrm>
              <a:off x="3048470"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2" name="Straight Connector 11"/>
            <p:cNvCxnSpPr/>
            <p:nvPr/>
          </p:nvCxnSpPr>
          <p:spPr bwMode="hidden">
            <a:xfrm>
              <a:off x="4267608"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3" name="Straight Connector 12"/>
            <p:cNvCxnSpPr/>
            <p:nvPr/>
          </p:nvCxnSpPr>
          <p:spPr bwMode="hidden">
            <a:xfrm>
              <a:off x="5486746"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4" name="Straight Connector 13"/>
            <p:cNvCxnSpPr/>
            <p:nvPr/>
          </p:nvCxnSpPr>
          <p:spPr bwMode="hidden">
            <a:xfrm>
              <a:off x="6705884"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5" name="Straight Connector 14"/>
            <p:cNvCxnSpPr/>
            <p:nvPr/>
          </p:nvCxnSpPr>
          <p:spPr bwMode="hidden">
            <a:xfrm>
              <a:off x="7925022"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6" name="Straight Connector 15"/>
            <p:cNvCxnSpPr/>
            <p:nvPr/>
          </p:nvCxnSpPr>
          <p:spPr bwMode="hidden">
            <a:xfrm>
              <a:off x="9144160"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7" name="Straight Connector 16"/>
            <p:cNvCxnSpPr/>
            <p:nvPr/>
          </p:nvCxnSpPr>
          <p:spPr bwMode="hidden">
            <a:xfrm>
              <a:off x="10363298"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bwMode="hidden">
            <a:xfrm>
              <a:off x="11582436"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bwMode="hidden">
            <a:xfrm>
              <a:off x="2819" y="386485"/>
              <a:ext cx="12188952" cy="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0" name="Straight Connector 19"/>
            <p:cNvCxnSpPr/>
            <p:nvPr/>
          </p:nvCxnSpPr>
          <p:spPr bwMode="hidden">
            <a:xfrm>
              <a:off x="2819" y="1611181"/>
              <a:ext cx="12188952" cy="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1" name="Straight Connector 20"/>
            <p:cNvCxnSpPr/>
            <p:nvPr/>
          </p:nvCxnSpPr>
          <p:spPr bwMode="hidden">
            <a:xfrm>
              <a:off x="2819" y="2835877"/>
              <a:ext cx="12188952" cy="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2" name="Straight Connector 21"/>
            <p:cNvCxnSpPr/>
            <p:nvPr/>
          </p:nvCxnSpPr>
          <p:spPr bwMode="hidden">
            <a:xfrm>
              <a:off x="2819" y="4060573"/>
              <a:ext cx="12188952" cy="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3" name="Straight Connector 22"/>
            <p:cNvCxnSpPr/>
            <p:nvPr/>
          </p:nvCxnSpPr>
          <p:spPr bwMode="hidden">
            <a:xfrm>
              <a:off x="2819" y="5285269"/>
              <a:ext cx="12188952" cy="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4" name="Straight Connector 23"/>
            <p:cNvCxnSpPr/>
            <p:nvPr/>
          </p:nvCxnSpPr>
          <p:spPr bwMode="hidden">
            <a:xfrm>
              <a:off x="2819" y="6509965"/>
              <a:ext cx="12188952" cy="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nvGrpSpPr>
            <p:cNvPr id="25" name="Group 24"/>
            <p:cNvGrpSpPr/>
            <p:nvPr/>
          </p:nvGrpSpPr>
          <p:grpSpPr bwMode="hidden">
            <a:xfrm>
              <a:off x="-1" y="0"/>
              <a:ext cx="12192001" cy="6858000"/>
              <a:chOff x="-1" y="0"/>
              <a:chExt cx="12192001" cy="6858000"/>
            </a:xfrm>
          </p:grpSpPr>
          <p:cxnSp>
            <p:nvCxnSpPr>
              <p:cNvPr id="43" name="Straight Connector 42"/>
              <p:cNvCxnSpPr/>
              <p:nvPr/>
            </p:nvCxnSpPr>
            <p:spPr bwMode="hidden">
              <a:xfrm>
                <a:off x="225425"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4" name="Straight Connector 43"/>
              <p:cNvCxnSpPr/>
              <p:nvPr/>
            </p:nvCxnSpPr>
            <p:spPr bwMode="hidden">
              <a:xfrm>
                <a:off x="1449154"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5" name="Straight Connector 44"/>
              <p:cNvCxnSpPr/>
              <p:nvPr/>
            </p:nvCxnSpPr>
            <p:spPr bwMode="hidden">
              <a:xfrm>
                <a:off x="2665982"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6" name="Straight Connector 45"/>
              <p:cNvCxnSpPr/>
              <p:nvPr/>
            </p:nvCxnSpPr>
            <p:spPr bwMode="hidden">
              <a:xfrm>
                <a:off x="3885119"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7" name="Straight Connector 46"/>
              <p:cNvCxnSpPr/>
              <p:nvPr/>
            </p:nvCxnSpPr>
            <p:spPr bwMode="hidden">
              <a:xfrm>
                <a:off x="5106502"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nvGrpSpPr>
              <p:cNvPr id="48" name="Group 47"/>
              <p:cNvGrpSpPr/>
              <p:nvPr/>
            </p:nvGrpSpPr>
            <p:grpSpPr bwMode="hidden">
              <a:xfrm>
                <a:off x="6327885" y="0"/>
                <a:ext cx="5864115" cy="5898673"/>
                <a:chOff x="6327885" y="0"/>
                <a:chExt cx="5864115" cy="5898673"/>
              </a:xfrm>
            </p:grpSpPr>
            <p:cxnSp>
              <p:nvCxnSpPr>
                <p:cNvPr id="54" name="Straight Connector 53"/>
                <p:cNvCxnSpPr/>
                <p:nvPr/>
              </p:nvCxnSpPr>
              <p:spPr bwMode="hidden">
                <a:xfrm>
                  <a:off x="6327885" y="0"/>
                  <a:ext cx="5864115" cy="5898673"/>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5" name="Straight Connector 54"/>
                <p:cNvCxnSpPr/>
                <p:nvPr/>
              </p:nvCxnSpPr>
              <p:spPr bwMode="hidden">
                <a:xfrm>
                  <a:off x="7549268" y="0"/>
                  <a:ext cx="4642732" cy="4672425"/>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6" name="Straight Connector 55"/>
                <p:cNvCxnSpPr/>
                <p:nvPr/>
              </p:nvCxnSpPr>
              <p:spPr bwMode="hidden">
                <a:xfrm>
                  <a:off x="8772997" y="0"/>
                  <a:ext cx="3419003" cy="3456749"/>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7" name="Straight Connector 56"/>
                <p:cNvCxnSpPr/>
                <p:nvPr/>
              </p:nvCxnSpPr>
              <p:spPr bwMode="hidden">
                <a:xfrm>
                  <a:off x="9982200" y="0"/>
                  <a:ext cx="2209800" cy="2226469"/>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8" name="Straight Connector 57"/>
                <p:cNvCxnSpPr/>
                <p:nvPr/>
              </p:nvCxnSpPr>
              <p:spPr bwMode="hidden">
                <a:xfrm>
                  <a:off x="11199019" y="0"/>
                  <a:ext cx="992981" cy="1002506"/>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cxnSp>
            <p:nvCxnSpPr>
              <p:cNvPr id="49" name="Straight Connector 48"/>
              <p:cNvCxnSpPr/>
              <p:nvPr/>
            </p:nvCxnSpPr>
            <p:spPr bwMode="hidden">
              <a:xfrm flipH="1" flipV="1">
                <a:off x="-1" y="1012053"/>
                <a:ext cx="5828811" cy="5845945"/>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0" name="Straight Connector 49"/>
              <p:cNvCxnSpPr/>
              <p:nvPr/>
            </p:nvCxnSpPr>
            <p:spPr bwMode="hidden">
              <a:xfrm flipH="1" flipV="1">
                <a:off x="-1" y="2227340"/>
                <a:ext cx="4614781" cy="4630658"/>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1" name="Straight Connector 50"/>
              <p:cNvCxnSpPr/>
              <p:nvPr/>
            </p:nvCxnSpPr>
            <p:spPr bwMode="hidden">
              <a:xfrm flipH="1" flipV="1">
                <a:off x="-1" y="3432149"/>
                <a:ext cx="3398419" cy="3425849"/>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2" name="Straight Connector 51"/>
              <p:cNvCxnSpPr/>
              <p:nvPr/>
            </p:nvCxnSpPr>
            <p:spPr bwMode="hidden">
              <a:xfrm flipH="1" flipV="1">
                <a:off x="-1" y="4651431"/>
                <a:ext cx="2196496" cy="2206567"/>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3" name="Straight Connector 52"/>
              <p:cNvCxnSpPr/>
              <p:nvPr/>
            </p:nvCxnSpPr>
            <p:spPr bwMode="hidden">
              <a:xfrm flipH="1" flipV="1">
                <a:off x="-1" y="5864453"/>
                <a:ext cx="987003" cy="993545"/>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grpSp>
          <p:nvGrpSpPr>
            <p:cNvPr id="26" name="Group 25"/>
            <p:cNvGrpSpPr/>
            <p:nvPr/>
          </p:nvGrpSpPr>
          <p:grpSpPr bwMode="hidden">
            <a:xfrm flipH="1">
              <a:off x="0" y="0"/>
              <a:ext cx="12192001" cy="6858000"/>
              <a:chOff x="-1" y="0"/>
              <a:chExt cx="12192001" cy="6858000"/>
            </a:xfrm>
          </p:grpSpPr>
          <p:cxnSp>
            <p:nvCxnSpPr>
              <p:cNvPr id="27" name="Straight Connector 26"/>
              <p:cNvCxnSpPr/>
              <p:nvPr/>
            </p:nvCxnSpPr>
            <p:spPr bwMode="hidden">
              <a:xfrm>
                <a:off x="225425"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8" name="Straight Connector 27"/>
              <p:cNvCxnSpPr/>
              <p:nvPr/>
            </p:nvCxnSpPr>
            <p:spPr bwMode="hidden">
              <a:xfrm>
                <a:off x="1449154"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9" name="Straight Connector 28"/>
              <p:cNvCxnSpPr/>
              <p:nvPr/>
            </p:nvCxnSpPr>
            <p:spPr bwMode="hidden">
              <a:xfrm>
                <a:off x="2665982"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0" name="Straight Connector 29"/>
              <p:cNvCxnSpPr/>
              <p:nvPr/>
            </p:nvCxnSpPr>
            <p:spPr bwMode="hidden">
              <a:xfrm>
                <a:off x="3885119"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1" name="Straight Connector 30"/>
              <p:cNvCxnSpPr/>
              <p:nvPr/>
            </p:nvCxnSpPr>
            <p:spPr bwMode="hidden">
              <a:xfrm>
                <a:off x="5150644"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nvGrpSpPr>
              <p:cNvPr id="32" name="Group 31"/>
              <p:cNvGrpSpPr/>
              <p:nvPr/>
            </p:nvGrpSpPr>
            <p:grpSpPr bwMode="hidden">
              <a:xfrm>
                <a:off x="6327885" y="0"/>
                <a:ext cx="5864115" cy="5898673"/>
                <a:chOff x="6327885" y="0"/>
                <a:chExt cx="5864115" cy="5898673"/>
              </a:xfrm>
            </p:grpSpPr>
            <p:cxnSp>
              <p:nvCxnSpPr>
                <p:cNvPr id="38" name="Straight Connector 37"/>
                <p:cNvCxnSpPr/>
                <p:nvPr/>
              </p:nvCxnSpPr>
              <p:spPr bwMode="hidden">
                <a:xfrm>
                  <a:off x="6327885" y="0"/>
                  <a:ext cx="5864115" cy="5898673"/>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9" name="Straight Connector 38"/>
                <p:cNvCxnSpPr/>
                <p:nvPr/>
              </p:nvCxnSpPr>
              <p:spPr bwMode="hidden">
                <a:xfrm>
                  <a:off x="7549268" y="0"/>
                  <a:ext cx="4642732" cy="4672425"/>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0" name="Straight Connector 39"/>
                <p:cNvCxnSpPr/>
                <p:nvPr/>
              </p:nvCxnSpPr>
              <p:spPr bwMode="hidden">
                <a:xfrm>
                  <a:off x="8772997" y="0"/>
                  <a:ext cx="3419003" cy="3456749"/>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1" name="Straight Connector 40"/>
                <p:cNvCxnSpPr/>
                <p:nvPr/>
              </p:nvCxnSpPr>
              <p:spPr bwMode="hidden">
                <a:xfrm>
                  <a:off x="9982200" y="0"/>
                  <a:ext cx="2209800" cy="2226469"/>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2" name="Straight Connector 41"/>
                <p:cNvCxnSpPr/>
                <p:nvPr/>
              </p:nvCxnSpPr>
              <p:spPr bwMode="hidden">
                <a:xfrm>
                  <a:off x="11199019" y="0"/>
                  <a:ext cx="992981" cy="1002506"/>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cxnSp>
            <p:nvCxnSpPr>
              <p:cNvPr id="33" name="Straight Connector 32"/>
              <p:cNvCxnSpPr/>
              <p:nvPr/>
            </p:nvCxnSpPr>
            <p:spPr bwMode="hidden">
              <a:xfrm flipH="1" flipV="1">
                <a:off x="-1" y="1012053"/>
                <a:ext cx="5828811" cy="5845945"/>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4" name="Straight Connector 33"/>
              <p:cNvCxnSpPr/>
              <p:nvPr/>
            </p:nvCxnSpPr>
            <p:spPr bwMode="hidden">
              <a:xfrm flipH="1" flipV="1">
                <a:off x="-1" y="2227340"/>
                <a:ext cx="4614781" cy="4630658"/>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5" name="Straight Connector 34"/>
              <p:cNvCxnSpPr/>
              <p:nvPr/>
            </p:nvCxnSpPr>
            <p:spPr bwMode="hidden">
              <a:xfrm flipH="1" flipV="1">
                <a:off x="-1" y="3432149"/>
                <a:ext cx="3398419" cy="3425849"/>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6" name="Straight Connector 35"/>
              <p:cNvCxnSpPr/>
              <p:nvPr/>
            </p:nvCxnSpPr>
            <p:spPr bwMode="hidden">
              <a:xfrm flipH="1" flipV="1">
                <a:off x="-1" y="4651431"/>
                <a:ext cx="2196496" cy="2206567"/>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7" name="Straight Connector 36"/>
              <p:cNvCxnSpPr/>
              <p:nvPr/>
            </p:nvCxnSpPr>
            <p:spPr bwMode="hidden">
              <a:xfrm flipH="1" flipV="1">
                <a:off x="-1" y="5864453"/>
                <a:ext cx="987003" cy="993545"/>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grpSp>
      <p:sp>
        <p:nvSpPr>
          <p:cNvPr id="60" name="Rectangle 59"/>
          <p:cNvSpPr/>
          <p:nvPr/>
        </p:nvSpPr>
        <p:spPr>
          <a:xfrm>
            <a:off x="0" y="0"/>
            <a:ext cx="7315200" cy="6858000"/>
          </a:xfrm>
          <a:prstGeom prst="rect">
            <a:avLst/>
          </a:prstGeom>
          <a:gradFill>
            <a:gsLst>
              <a:gs pos="69000">
                <a:schemeClr val="bg1"/>
              </a:gs>
              <a:gs pos="0">
                <a:schemeClr val="bg1"/>
              </a:gs>
              <a:gs pos="100000">
                <a:schemeClr val="bg1">
                  <a:lumMod val="95000"/>
                </a:scheme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59" name="Straight Connector 58"/>
          <p:cNvCxnSpPr/>
          <p:nvPr/>
        </p:nvCxnSpPr>
        <p:spPr>
          <a:xfrm>
            <a:off x="7923089" y="2895600"/>
            <a:ext cx="3659311" cy="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p:nvPr>
        </p:nvSpPr>
        <p:spPr>
          <a:xfrm>
            <a:off x="7909560" y="576072"/>
            <a:ext cx="3657600" cy="2194560"/>
          </a:xfrm>
        </p:spPr>
        <p:txBody>
          <a:bodyPr anchor="b">
            <a:normAutofit/>
          </a:bodyPr>
          <a:lstStyle>
            <a:lvl1pPr>
              <a:defRPr sz="2600">
                <a:solidFill>
                  <a:schemeClr val="bg1"/>
                </a:solidFill>
              </a:defRPr>
            </a:lvl1pPr>
          </a:lstStyle>
          <a:p>
            <a:r>
              <a:rPr lang="en-US"/>
              <a:t>Click to edit Master title style</a:t>
            </a:r>
          </a:p>
        </p:txBody>
      </p:sp>
      <p:sp>
        <p:nvSpPr>
          <p:cNvPr id="3" name="Picture Placeholder 2" descr="An empty placeholder to add an image. Click on the placeholder and select the image that you wish to add."/>
          <p:cNvSpPr>
            <a:spLocks noGrp="1"/>
          </p:cNvSpPr>
          <p:nvPr>
            <p:ph type="pic" idx="1"/>
          </p:nvPr>
        </p:nvSpPr>
        <p:spPr>
          <a:xfrm>
            <a:off x="4412" y="-159"/>
            <a:ext cx="7315200" cy="6858000"/>
          </a:xfrm>
        </p:spPr>
        <p:txBody>
          <a:bodyPr tIns="457200">
            <a:normAutofit/>
          </a:bodyPr>
          <a:lstStyle>
            <a:lvl1pPr marL="0" indent="0" algn="ctr">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7909560" y="2999232"/>
            <a:ext cx="3657600" cy="2286000"/>
          </a:xfrm>
        </p:spPr>
        <p:txBody>
          <a:bodyPr/>
          <a:lstStyle>
            <a:lvl1pPr marL="0" indent="0">
              <a:spcBef>
                <a:spcPts val="1200"/>
              </a:spcBef>
              <a:buNone/>
              <a:defRPr sz="1600">
                <a:solidFill>
                  <a:schemeClr val="bg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Tree>
    <p:extLst>
      <p:ext uri="{BB962C8B-B14F-4D97-AF65-F5344CB8AC3E}">
        <p14:creationId xmlns:p14="http://schemas.microsoft.com/office/powerpoint/2010/main" val="5618425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p:cNvSpPr>
            <a:spLocks noGrp="1"/>
          </p:cNvSpPr>
          <p:nvPr>
            <p:ph type="ftr" sz="quarter" idx="11"/>
          </p:nvPr>
        </p:nvSpPr>
        <p:spPr/>
        <p:txBody>
          <a:bodyPr/>
          <a:lstStyle/>
          <a:p>
            <a:endParaRPr lang="en-US"/>
          </a:p>
        </p:txBody>
      </p:sp>
      <p:sp>
        <p:nvSpPr>
          <p:cNvPr id="4" name="Date Placeholder 3"/>
          <p:cNvSpPr>
            <a:spLocks noGrp="1"/>
          </p:cNvSpPr>
          <p:nvPr>
            <p:ph type="dt" sz="half" idx="10"/>
          </p:nvPr>
        </p:nvSpPr>
        <p:spPr/>
        <p:txBody>
          <a:bodyPr/>
          <a:lstStyle/>
          <a:p>
            <a:fld id="{B517AD40-AE84-3240-90CD-64AD6EF5A104}" type="datetimeFigureOut">
              <a:rPr lang="en-US" smtClean="0"/>
              <a:t>10/5/2026</a:t>
            </a:fld>
            <a:endParaRPr lang="en-US"/>
          </a:p>
        </p:txBody>
      </p:sp>
      <p:sp>
        <p:nvSpPr>
          <p:cNvPr id="6" name="Slide Number Placeholder 5"/>
          <p:cNvSpPr>
            <a:spLocks noGrp="1"/>
          </p:cNvSpPr>
          <p:nvPr>
            <p:ph type="sldNum" sz="quarter" idx="12"/>
          </p:nvPr>
        </p:nvSpPr>
        <p:spPr/>
        <p:txBody>
          <a:bodyPr/>
          <a:lstStyle/>
          <a:p>
            <a:fld id="{77404C2A-5491-9B47-9644-70165B624947}" type="slidenum">
              <a:rPr lang="en-US" smtClean="0"/>
              <a:t>‹#›</a:t>
            </a:fld>
            <a:endParaRPr lang="en-US"/>
          </a:p>
        </p:txBody>
      </p:sp>
    </p:spTree>
    <p:extLst>
      <p:ext uri="{BB962C8B-B14F-4D97-AF65-F5344CB8AC3E}">
        <p14:creationId xmlns:p14="http://schemas.microsoft.com/office/powerpoint/2010/main" val="6707483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09314" y="489856"/>
            <a:ext cx="1687286" cy="5301343"/>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295399" y="489856"/>
            <a:ext cx="7587344" cy="5301343"/>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p:cNvSpPr>
            <a:spLocks noGrp="1"/>
          </p:cNvSpPr>
          <p:nvPr>
            <p:ph type="ftr" sz="quarter" idx="11"/>
          </p:nvPr>
        </p:nvSpPr>
        <p:spPr/>
        <p:txBody>
          <a:bodyPr/>
          <a:lstStyle/>
          <a:p>
            <a:endParaRPr lang="en-US"/>
          </a:p>
        </p:txBody>
      </p:sp>
      <p:sp>
        <p:nvSpPr>
          <p:cNvPr id="4" name="Date Placeholder 3"/>
          <p:cNvSpPr>
            <a:spLocks noGrp="1"/>
          </p:cNvSpPr>
          <p:nvPr>
            <p:ph type="dt" sz="half" idx="10"/>
          </p:nvPr>
        </p:nvSpPr>
        <p:spPr/>
        <p:txBody>
          <a:bodyPr/>
          <a:lstStyle/>
          <a:p>
            <a:fld id="{B517AD40-AE84-3240-90CD-64AD6EF5A104}" type="datetimeFigureOut">
              <a:rPr lang="en-US" smtClean="0"/>
              <a:t>10/5/2026</a:t>
            </a:fld>
            <a:endParaRPr lang="en-US"/>
          </a:p>
        </p:txBody>
      </p:sp>
      <p:sp>
        <p:nvSpPr>
          <p:cNvPr id="6" name="Slide Number Placeholder 5"/>
          <p:cNvSpPr>
            <a:spLocks noGrp="1"/>
          </p:cNvSpPr>
          <p:nvPr>
            <p:ph type="sldNum" sz="quarter" idx="12"/>
          </p:nvPr>
        </p:nvSpPr>
        <p:spPr/>
        <p:txBody>
          <a:bodyPr/>
          <a:lstStyle/>
          <a:p>
            <a:fld id="{77404C2A-5491-9B47-9644-70165B624947}" type="slidenum">
              <a:rPr lang="en-US" smtClean="0"/>
              <a:t>‹#›</a:t>
            </a:fld>
            <a:endParaRPr lang="en-US"/>
          </a:p>
        </p:txBody>
      </p:sp>
    </p:spTree>
    <p:extLst>
      <p:ext uri="{BB962C8B-B14F-4D97-AF65-F5344CB8AC3E}">
        <p14:creationId xmlns:p14="http://schemas.microsoft.com/office/powerpoint/2010/main" val="20323672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53000">
              <a:schemeClr val="bg1"/>
            </a:gs>
            <a:gs pos="0">
              <a:schemeClr val="bg1">
                <a:lumMod val="100000"/>
              </a:schemeClr>
            </a:gs>
            <a:gs pos="100000">
              <a:schemeClr val="bg1">
                <a:lumMod val="95000"/>
                <a:alpha val="65000"/>
              </a:schemeClr>
            </a:gs>
          </a:gsLst>
          <a:lin ang="5400000" scaled="1"/>
          <a:tileRect/>
        </a:gradFill>
        <a:effectLst/>
      </p:bgPr>
    </p:bg>
    <p:spTree>
      <p:nvGrpSpPr>
        <p:cNvPr id="1" name=""/>
        <p:cNvGrpSpPr/>
        <p:nvPr/>
      </p:nvGrpSpPr>
      <p:grpSpPr>
        <a:xfrm>
          <a:off x="0" y="0"/>
          <a:ext cx="0" cy="0"/>
          <a:chOff x="0" y="0"/>
          <a:chExt cx="0" cy="0"/>
        </a:xfrm>
      </p:grpSpPr>
      <p:grpSp>
        <p:nvGrpSpPr>
          <p:cNvPr id="96" name="Group 95"/>
          <p:cNvGrpSpPr/>
          <p:nvPr/>
        </p:nvGrpSpPr>
        <p:grpSpPr bwMode="hidden">
          <a:xfrm>
            <a:off x="-1" y="-195943"/>
            <a:ext cx="12192002" cy="6858000"/>
            <a:chOff x="-1" y="0"/>
            <a:chExt cx="12192002" cy="6858000"/>
          </a:xfrm>
        </p:grpSpPr>
        <p:cxnSp>
          <p:nvCxnSpPr>
            <p:cNvPr id="97" name="Straight Connector 96"/>
            <p:cNvCxnSpPr/>
            <p:nvPr/>
          </p:nvCxnSpPr>
          <p:spPr bwMode="hidden">
            <a:xfrm>
              <a:off x="610194" y="0"/>
              <a:ext cx="0" cy="685800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98" name="Straight Connector 97"/>
            <p:cNvCxnSpPr/>
            <p:nvPr/>
          </p:nvCxnSpPr>
          <p:spPr bwMode="hidden">
            <a:xfrm>
              <a:off x="1829332" y="0"/>
              <a:ext cx="0" cy="685800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99" name="Straight Connector 98"/>
            <p:cNvCxnSpPr/>
            <p:nvPr/>
          </p:nvCxnSpPr>
          <p:spPr bwMode="hidden">
            <a:xfrm>
              <a:off x="3048470" y="0"/>
              <a:ext cx="0" cy="685800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00" name="Straight Connector 99"/>
            <p:cNvCxnSpPr/>
            <p:nvPr/>
          </p:nvCxnSpPr>
          <p:spPr bwMode="hidden">
            <a:xfrm>
              <a:off x="4267608" y="0"/>
              <a:ext cx="0" cy="685800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01" name="Straight Connector 100"/>
            <p:cNvCxnSpPr/>
            <p:nvPr/>
          </p:nvCxnSpPr>
          <p:spPr bwMode="hidden">
            <a:xfrm>
              <a:off x="5486746" y="0"/>
              <a:ext cx="0" cy="685800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02" name="Straight Connector 101"/>
            <p:cNvCxnSpPr/>
            <p:nvPr/>
          </p:nvCxnSpPr>
          <p:spPr bwMode="hidden">
            <a:xfrm>
              <a:off x="6705884" y="0"/>
              <a:ext cx="0" cy="685800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03" name="Straight Connector 102"/>
            <p:cNvCxnSpPr/>
            <p:nvPr/>
          </p:nvCxnSpPr>
          <p:spPr bwMode="hidden">
            <a:xfrm>
              <a:off x="7925022" y="0"/>
              <a:ext cx="0" cy="685800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04" name="Straight Connector 103"/>
            <p:cNvCxnSpPr/>
            <p:nvPr/>
          </p:nvCxnSpPr>
          <p:spPr bwMode="hidden">
            <a:xfrm>
              <a:off x="9144160" y="0"/>
              <a:ext cx="0" cy="685800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05" name="Straight Connector 104"/>
            <p:cNvCxnSpPr/>
            <p:nvPr/>
          </p:nvCxnSpPr>
          <p:spPr bwMode="hidden">
            <a:xfrm>
              <a:off x="10363298" y="0"/>
              <a:ext cx="0" cy="685800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06" name="Straight Connector 105"/>
            <p:cNvCxnSpPr/>
            <p:nvPr/>
          </p:nvCxnSpPr>
          <p:spPr bwMode="hidden">
            <a:xfrm>
              <a:off x="11582436" y="0"/>
              <a:ext cx="0" cy="685800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07" name="Straight Connector 106"/>
            <p:cNvCxnSpPr/>
            <p:nvPr/>
          </p:nvCxnSpPr>
          <p:spPr bwMode="hidden">
            <a:xfrm>
              <a:off x="2819" y="386485"/>
              <a:ext cx="12188952" cy="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08" name="Straight Connector 107"/>
            <p:cNvCxnSpPr/>
            <p:nvPr/>
          </p:nvCxnSpPr>
          <p:spPr bwMode="hidden">
            <a:xfrm>
              <a:off x="2819" y="1611181"/>
              <a:ext cx="12188952" cy="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09" name="Straight Connector 108"/>
            <p:cNvCxnSpPr/>
            <p:nvPr/>
          </p:nvCxnSpPr>
          <p:spPr bwMode="hidden">
            <a:xfrm>
              <a:off x="2819" y="2835877"/>
              <a:ext cx="12188952" cy="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10" name="Straight Connector 109"/>
            <p:cNvCxnSpPr/>
            <p:nvPr/>
          </p:nvCxnSpPr>
          <p:spPr bwMode="hidden">
            <a:xfrm>
              <a:off x="2819" y="4060573"/>
              <a:ext cx="12188952" cy="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11" name="Straight Connector 110"/>
            <p:cNvCxnSpPr/>
            <p:nvPr/>
          </p:nvCxnSpPr>
          <p:spPr bwMode="hidden">
            <a:xfrm>
              <a:off x="2819" y="5285269"/>
              <a:ext cx="12188952" cy="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12" name="Straight Connector 111"/>
            <p:cNvCxnSpPr/>
            <p:nvPr/>
          </p:nvCxnSpPr>
          <p:spPr bwMode="hidden">
            <a:xfrm>
              <a:off x="2819" y="6509965"/>
              <a:ext cx="12188952" cy="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grpSp>
          <p:nvGrpSpPr>
            <p:cNvPr id="113" name="Group 112"/>
            <p:cNvGrpSpPr/>
            <p:nvPr/>
          </p:nvGrpSpPr>
          <p:grpSpPr bwMode="hidden">
            <a:xfrm>
              <a:off x="-1" y="0"/>
              <a:ext cx="12192001" cy="6858000"/>
              <a:chOff x="-1" y="0"/>
              <a:chExt cx="12192001" cy="6858000"/>
            </a:xfrm>
          </p:grpSpPr>
          <p:cxnSp>
            <p:nvCxnSpPr>
              <p:cNvPr id="131" name="Straight Connector 130"/>
              <p:cNvCxnSpPr/>
              <p:nvPr/>
            </p:nvCxnSpPr>
            <p:spPr bwMode="hidden">
              <a:xfrm>
                <a:off x="225425" y="0"/>
                <a:ext cx="6815931" cy="685800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32" name="Straight Connector 131"/>
              <p:cNvCxnSpPr/>
              <p:nvPr/>
            </p:nvCxnSpPr>
            <p:spPr bwMode="hidden">
              <a:xfrm>
                <a:off x="1449154" y="0"/>
                <a:ext cx="6815931" cy="685800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33" name="Straight Connector 132"/>
              <p:cNvCxnSpPr/>
              <p:nvPr/>
            </p:nvCxnSpPr>
            <p:spPr bwMode="hidden">
              <a:xfrm>
                <a:off x="2665982" y="0"/>
                <a:ext cx="6815931" cy="685800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34" name="Straight Connector 133"/>
              <p:cNvCxnSpPr/>
              <p:nvPr/>
            </p:nvCxnSpPr>
            <p:spPr bwMode="hidden">
              <a:xfrm>
                <a:off x="3885119" y="0"/>
                <a:ext cx="6815931" cy="685800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35" name="Straight Connector 134"/>
              <p:cNvCxnSpPr/>
              <p:nvPr/>
            </p:nvCxnSpPr>
            <p:spPr bwMode="hidden">
              <a:xfrm>
                <a:off x="5106502" y="0"/>
                <a:ext cx="6815931" cy="685800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grpSp>
            <p:nvGrpSpPr>
              <p:cNvPr id="136" name="Group 135"/>
              <p:cNvGrpSpPr/>
              <p:nvPr/>
            </p:nvGrpSpPr>
            <p:grpSpPr bwMode="hidden">
              <a:xfrm>
                <a:off x="6327885" y="0"/>
                <a:ext cx="5864115" cy="5898673"/>
                <a:chOff x="6327885" y="0"/>
                <a:chExt cx="5864115" cy="5898673"/>
              </a:xfrm>
            </p:grpSpPr>
            <p:cxnSp>
              <p:nvCxnSpPr>
                <p:cNvPr id="142" name="Straight Connector 141"/>
                <p:cNvCxnSpPr/>
                <p:nvPr/>
              </p:nvCxnSpPr>
              <p:spPr bwMode="hidden">
                <a:xfrm>
                  <a:off x="6327885" y="0"/>
                  <a:ext cx="5864115" cy="5898673"/>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43" name="Straight Connector 142"/>
                <p:cNvCxnSpPr/>
                <p:nvPr/>
              </p:nvCxnSpPr>
              <p:spPr bwMode="hidden">
                <a:xfrm>
                  <a:off x="7549268" y="0"/>
                  <a:ext cx="4642732" cy="4672425"/>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44" name="Straight Connector 143"/>
                <p:cNvCxnSpPr/>
                <p:nvPr/>
              </p:nvCxnSpPr>
              <p:spPr bwMode="hidden">
                <a:xfrm>
                  <a:off x="8772997" y="0"/>
                  <a:ext cx="3419003" cy="3456749"/>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45" name="Straight Connector 144"/>
                <p:cNvCxnSpPr/>
                <p:nvPr/>
              </p:nvCxnSpPr>
              <p:spPr bwMode="hidden">
                <a:xfrm>
                  <a:off x="9982200" y="0"/>
                  <a:ext cx="2209800" cy="2226469"/>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46" name="Straight Connector 145"/>
                <p:cNvCxnSpPr/>
                <p:nvPr/>
              </p:nvCxnSpPr>
              <p:spPr bwMode="hidden">
                <a:xfrm>
                  <a:off x="11199019" y="0"/>
                  <a:ext cx="992981" cy="1002506"/>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grpSp>
          <p:cxnSp>
            <p:nvCxnSpPr>
              <p:cNvPr id="137" name="Straight Connector 136"/>
              <p:cNvCxnSpPr/>
              <p:nvPr/>
            </p:nvCxnSpPr>
            <p:spPr bwMode="hidden">
              <a:xfrm flipH="1" flipV="1">
                <a:off x="-1" y="1012053"/>
                <a:ext cx="5828811" cy="5845945"/>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38" name="Straight Connector 137"/>
              <p:cNvCxnSpPr/>
              <p:nvPr/>
            </p:nvCxnSpPr>
            <p:spPr bwMode="hidden">
              <a:xfrm flipH="1" flipV="1">
                <a:off x="-1" y="2227340"/>
                <a:ext cx="4614781" cy="4630658"/>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39" name="Straight Connector 138"/>
              <p:cNvCxnSpPr/>
              <p:nvPr/>
            </p:nvCxnSpPr>
            <p:spPr bwMode="hidden">
              <a:xfrm flipH="1" flipV="1">
                <a:off x="-1" y="3432149"/>
                <a:ext cx="3398419" cy="3425849"/>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40" name="Straight Connector 139"/>
              <p:cNvCxnSpPr/>
              <p:nvPr/>
            </p:nvCxnSpPr>
            <p:spPr bwMode="hidden">
              <a:xfrm flipH="1" flipV="1">
                <a:off x="-1" y="4651431"/>
                <a:ext cx="2196496" cy="2206567"/>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41" name="Straight Connector 140"/>
              <p:cNvCxnSpPr/>
              <p:nvPr/>
            </p:nvCxnSpPr>
            <p:spPr bwMode="hidden">
              <a:xfrm flipH="1" flipV="1">
                <a:off x="-1" y="5864453"/>
                <a:ext cx="987003" cy="993545"/>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grpSp>
        <p:grpSp>
          <p:nvGrpSpPr>
            <p:cNvPr id="114" name="Group 113"/>
            <p:cNvGrpSpPr/>
            <p:nvPr/>
          </p:nvGrpSpPr>
          <p:grpSpPr bwMode="hidden">
            <a:xfrm flipH="1">
              <a:off x="0" y="0"/>
              <a:ext cx="12192001" cy="6858000"/>
              <a:chOff x="-1" y="0"/>
              <a:chExt cx="12192001" cy="6858000"/>
            </a:xfrm>
          </p:grpSpPr>
          <p:cxnSp>
            <p:nvCxnSpPr>
              <p:cNvPr id="115" name="Straight Connector 114"/>
              <p:cNvCxnSpPr/>
              <p:nvPr/>
            </p:nvCxnSpPr>
            <p:spPr bwMode="hidden">
              <a:xfrm>
                <a:off x="225425" y="0"/>
                <a:ext cx="6815931" cy="685800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16" name="Straight Connector 115"/>
              <p:cNvCxnSpPr/>
              <p:nvPr/>
            </p:nvCxnSpPr>
            <p:spPr bwMode="hidden">
              <a:xfrm>
                <a:off x="1449154" y="0"/>
                <a:ext cx="6815931" cy="685800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17" name="Straight Connector 116"/>
              <p:cNvCxnSpPr/>
              <p:nvPr/>
            </p:nvCxnSpPr>
            <p:spPr bwMode="hidden">
              <a:xfrm>
                <a:off x="2665982" y="0"/>
                <a:ext cx="6815931" cy="685800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18" name="Straight Connector 117"/>
              <p:cNvCxnSpPr/>
              <p:nvPr/>
            </p:nvCxnSpPr>
            <p:spPr bwMode="hidden">
              <a:xfrm>
                <a:off x="3885119" y="0"/>
                <a:ext cx="6815931" cy="685800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19" name="Straight Connector 118"/>
              <p:cNvCxnSpPr/>
              <p:nvPr/>
            </p:nvCxnSpPr>
            <p:spPr bwMode="hidden">
              <a:xfrm>
                <a:off x="5106502" y="0"/>
                <a:ext cx="6815931" cy="685800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grpSp>
            <p:nvGrpSpPr>
              <p:cNvPr id="120" name="Group 119"/>
              <p:cNvGrpSpPr/>
              <p:nvPr/>
            </p:nvGrpSpPr>
            <p:grpSpPr bwMode="hidden">
              <a:xfrm>
                <a:off x="6327885" y="0"/>
                <a:ext cx="5864115" cy="5898673"/>
                <a:chOff x="6327885" y="0"/>
                <a:chExt cx="5864115" cy="5898673"/>
              </a:xfrm>
            </p:grpSpPr>
            <p:cxnSp>
              <p:nvCxnSpPr>
                <p:cNvPr id="126" name="Straight Connector 125"/>
                <p:cNvCxnSpPr/>
                <p:nvPr/>
              </p:nvCxnSpPr>
              <p:spPr bwMode="hidden">
                <a:xfrm>
                  <a:off x="6327885" y="0"/>
                  <a:ext cx="5864115" cy="5898673"/>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27" name="Straight Connector 126"/>
                <p:cNvCxnSpPr/>
                <p:nvPr/>
              </p:nvCxnSpPr>
              <p:spPr bwMode="hidden">
                <a:xfrm>
                  <a:off x="7549268" y="0"/>
                  <a:ext cx="4642732" cy="4672425"/>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28" name="Straight Connector 127"/>
                <p:cNvCxnSpPr/>
                <p:nvPr/>
              </p:nvCxnSpPr>
              <p:spPr bwMode="hidden">
                <a:xfrm>
                  <a:off x="8772997" y="0"/>
                  <a:ext cx="3419003" cy="3456749"/>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29" name="Straight Connector 128"/>
                <p:cNvCxnSpPr/>
                <p:nvPr/>
              </p:nvCxnSpPr>
              <p:spPr bwMode="hidden">
                <a:xfrm>
                  <a:off x="9982200" y="0"/>
                  <a:ext cx="2209800" cy="2226469"/>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30" name="Straight Connector 129"/>
                <p:cNvCxnSpPr/>
                <p:nvPr/>
              </p:nvCxnSpPr>
              <p:spPr bwMode="hidden">
                <a:xfrm>
                  <a:off x="11199019" y="0"/>
                  <a:ext cx="992981" cy="1002506"/>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grpSp>
          <p:cxnSp>
            <p:nvCxnSpPr>
              <p:cNvPr id="121" name="Straight Connector 120"/>
              <p:cNvCxnSpPr/>
              <p:nvPr/>
            </p:nvCxnSpPr>
            <p:spPr bwMode="hidden">
              <a:xfrm flipH="1" flipV="1">
                <a:off x="-1" y="1012053"/>
                <a:ext cx="5828811" cy="5845945"/>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22" name="Straight Connector 121"/>
              <p:cNvCxnSpPr/>
              <p:nvPr/>
            </p:nvCxnSpPr>
            <p:spPr bwMode="hidden">
              <a:xfrm flipH="1" flipV="1">
                <a:off x="-1" y="2227340"/>
                <a:ext cx="4614781" cy="4630658"/>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23" name="Straight Connector 122"/>
              <p:cNvCxnSpPr/>
              <p:nvPr/>
            </p:nvCxnSpPr>
            <p:spPr bwMode="hidden">
              <a:xfrm flipH="1" flipV="1">
                <a:off x="-1" y="3432149"/>
                <a:ext cx="3398419" cy="3425849"/>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24" name="Straight Connector 123"/>
              <p:cNvCxnSpPr/>
              <p:nvPr/>
            </p:nvCxnSpPr>
            <p:spPr bwMode="hidden">
              <a:xfrm flipH="1" flipV="1">
                <a:off x="-1" y="4651431"/>
                <a:ext cx="2196496" cy="2206567"/>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25" name="Straight Connector 124"/>
              <p:cNvCxnSpPr/>
              <p:nvPr/>
            </p:nvCxnSpPr>
            <p:spPr bwMode="hidden">
              <a:xfrm flipH="1" flipV="1">
                <a:off x="-1" y="5864453"/>
                <a:ext cx="987003" cy="993545"/>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grpSp>
      </p:grpSp>
      <p:sp>
        <p:nvSpPr>
          <p:cNvPr id="2" name="Title Placeholder 1"/>
          <p:cNvSpPr>
            <a:spLocks noGrp="1"/>
          </p:cNvSpPr>
          <p:nvPr>
            <p:ph type="title"/>
          </p:nvPr>
        </p:nvSpPr>
        <p:spPr>
          <a:xfrm>
            <a:off x="1295400" y="503853"/>
            <a:ext cx="9601200" cy="1142385"/>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295400" y="1981201"/>
            <a:ext cx="9601200" cy="3809999"/>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148" name="Straight Connector 147"/>
          <p:cNvCxnSpPr/>
          <p:nvPr/>
        </p:nvCxnSpPr>
        <p:spPr>
          <a:xfrm>
            <a:off x="609600" y="6172200"/>
            <a:ext cx="10972800" cy="0"/>
          </a:xfrm>
          <a:prstGeom prst="line">
            <a:avLst/>
          </a:prstGeom>
          <a:ln w="1270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
        <p:nvSpPr>
          <p:cNvPr id="5" name="Footer Placeholder 4"/>
          <p:cNvSpPr>
            <a:spLocks noGrp="1"/>
          </p:cNvSpPr>
          <p:nvPr>
            <p:ph type="ftr" sz="quarter" idx="3"/>
          </p:nvPr>
        </p:nvSpPr>
        <p:spPr>
          <a:xfrm>
            <a:off x="609601" y="6289679"/>
            <a:ext cx="6128030" cy="222436"/>
          </a:xfrm>
          <a:prstGeom prst="rect">
            <a:avLst/>
          </a:prstGeom>
        </p:spPr>
        <p:txBody>
          <a:bodyPr vert="horz" lIns="91440" tIns="45720" rIns="91440" bIns="45720" rtlCol="0" anchor="ctr"/>
          <a:lstStyle>
            <a:lvl1pPr algn="l">
              <a:defRPr sz="1100">
                <a:solidFill>
                  <a:schemeClr val="tx1">
                    <a:lumMod val="90000"/>
                    <a:lumOff val="10000"/>
                  </a:schemeClr>
                </a:solidFill>
              </a:defRPr>
            </a:lvl1pPr>
          </a:lstStyle>
          <a:p>
            <a:endParaRPr lang="en-US"/>
          </a:p>
        </p:txBody>
      </p:sp>
      <p:sp>
        <p:nvSpPr>
          <p:cNvPr id="4" name="Date Placeholder 3"/>
          <p:cNvSpPr>
            <a:spLocks noGrp="1"/>
          </p:cNvSpPr>
          <p:nvPr>
            <p:ph type="dt" sz="half" idx="2"/>
          </p:nvPr>
        </p:nvSpPr>
        <p:spPr>
          <a:xfrm>
            <a:off x="9294042" y="6289679"/>
            <a:ext cx="965946" cy="222436"/>
          </a:xfrm>
          <a:prstGeom prst="rect">
            <a:avLst/>
          </a:prstGeom>
        </p:spPr>
        <p:txBody>
          <a:bodyPr vert="horz" lIns="91440" tIns="45720" rIns="91440" bIns="45720" rtlCol="0" anchor="ctr"/>
          <a:lstStyle>
            <a:lvl1pPr algn="r">
              <a:defRPr sz="1100">
                <a:solidFill>
                  <a:schemeClr val="tx1">
                    <a:lumMod val="90000"/>
                    <a:lumOff val="10000"/>
                  </a:schemeClr>
                </a:solidFill>
              </a:defRPr>
            </a:lvl1pPr>
          </a:lstStyle>
          <a:p>
            <a:fld id="{B517AD40-AE84-3240-90CD-64AD6EF5A104}" type="datetimeFigureOut">
              <a:rPr lang="en-US" smtClean="0"/>
              <a:t>10/5/2026</a:t>
            </a:fld>
            <a:endParaRPr lang="en-US"/>
          </a:p>
        </p:txBody>
      </p:sp>
      <p:sp>
        <p:nvSpPr>
          <p:cNvPr id="6" name="Slide Number Placeholder 5"/>
          <p:cNvSpPr>
            <a:spLocks noGrp="1"/>
          </p:cNvSpPr>
          <p:nvPr>
            <p:ph type="sldNum" sz="quarter" idx="4"/>
          </p:nvPr>
        </p:nvSpPr>
        <p:spPr>
          <a:xfrm>
            <a:off x="10665311" y="6289679"/>
            <a:ext cx="918882" cy="222436"/>
          </a:xfrm>
          <a:prstGeom prst="rect">
            <a:avLst/>
          </a:prstGeom>
        </p:spPr>
        <p:txBody>
          <a:bodyPr vert="horz" lIns="91440" tIns="45720" rIns="91440" bIns="45720" rtlCol="0" anchor="ctr"/>
          <a:lstStyle>
            <a:lvl1pPr algn="r">
              <a:defRPr sz="1100">
                <a:solidFill>
                  <a:schemeClr val="tx1">
                    <a:lumMod val="90000"/>
                    <a:lumOff val="10000"/>
                  </a:schemeClr>
                </a:solidFill>
              </a:defRPr>
            </a:lvl1pPr>
          </a:lstStyle>
          <a:p>
            <a:fld id="{77404C2A-5491-9B47-9644-70165B624947}" type="slidenum">
              <a:rPr lang="en-US" smtClean="0"/>
              <a:t>‹#›</a:t>
            </a:fld>
            <a:endParaRPr lang="en-US"/>
          </a:p>
        </p:txBody>
      </p:sp>
    </p:spTree>
    <p:extLst>
      <p:ext uri="{BB962C8B-B14F-4D97-AF65-F5344CB8AC3E}">
        <p14:creationId xmlns:p14="http://schemas.microsoft.com/office/powerpoint/2010/main" val="66930694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xStyles>
    <p:titleStyle>
      <a:lvl1pPr algn="l" defTabSz="914400" rtl="0" eaLnBrk="1" latinLnBrk="0" hangingPunct="1">
        <a:lnSpc>
          <a:spcPct val="90000"/>
        </a:lnSpc>
        <a:spcBef>
          <a:spcPct val="0"/>
        </a:spcBef>
        <a:buNone/>
        <a:defRPr sz="3200" b="1" kern="1200">
          <a:solidFill>
            <a:schemeClr val="accent1">
              <a:lumMod val="75000"/>
            </a:schemeClr>
          </a:solidFill>
          <a:latin typeface="+mj-lt"/>
          <a:ea typeface="+mj-ea"/>
          <a:cs typeface="+mj-cs"/>
        </a:defRPr>
      </a:lvl1pPr>
    </p:titleStyle>
    <p:bodyStyle>
      <a:lvl1pPr marL="228600" indent="-228600" algn="l" defTabSz="914400" rtl="0" eaLnBrk="1" latinLnBrk="0" hangingPunct="1">
        <a:lnSpc>
          <a:spcPct val="90000"/>
        </a:lnSpc>
        <a:spcBef>
          <a:spcPts val="1800"/>
        </a:spcBef>
        <a:buClr>
          <a:schemeClr val="accent1">
            <a:lumMod val="75000"/>
          </a:schemeClr>
        </a:buClr>
        <a:buSzPct val="100000"/>
        <a:buFont typeface="Arial" pitchFamily="34" charset="0"/>
        <a:buChar char="▪"/>
        <a:defRPr sz="2000" kern="1200">
          <a:solidFill>
            <a:schemeClr val="tx1"/>
          </a:solidFill>
          <a:latin typeface="+mn-lt"/>
          <a:ea typeface="+mn-ea"/>
          <a:cs typeface="+mn-cs"/>
        </a:defRPr>
      </a:lvl1pPr>
      <a:lvl2pPr marL="457200" indent="-182880" algn="l" defTabSz="914400" rtl="0" eaLnBrk="1" latinLnBrk="0" hangingPunct="1">
        <a:lnSpc>
          <a:spcPct val="90000"/>
        </a:lnSpc>
        <a:spcBef>
          <a:spcPts val="1200"/>
        </a:spcBef>
        <a:buClr>
          <a:schemeClr val="accent1">
            <a:lumMod val="75000"/>
          </a:schemeClr>
        </a:buClr>
        <a:buSzPct val="100000"/>
        <a:buFont typeface="Arial" pitchFamily="34" charset="0"/>
        <a:buChar char="▪"/>
        <a:defRPr sz="1800" kern="1200">
          <a:solidFill>
            <a:schemeClr val="tx1"/>
          </a:solidFill>
          <a:latin typeface="+mn-lt"/>
          <a:ea typeface="+mn-ea"/>
          <a:cs typeface="+mn-cs"/>
        </a:defRPr>
      </a:lvl2pPr>
      <a:lvl3pPr marL="685800" indent="-179388" algn="l" defTabSz="914400" rtl="0" eaLnBrk="1" latinLnBrk="0" hangingPunct="1">
        <a:lnSpc>
          <a:spcPct val="90000"/>
        </a:lnSpc>
        <a:spcBef>
          <a:spcPts val="800"/>
        </a:spcBef>
        <a:buClr>
          <a:schemeClr val="accent1">
            <a:lumMod val="75000"/>
          </a:schemeClr>
        </a:buClr>
        <a:buSzPct val="100000"/>
        <a:buFont typeface="Arial" pitchFamily="34" charset="0"/>
        <a:buChar char="▪"/>
        <a:defRPr sz="1600" kern="1200">
          <a:solidFill>
            <a:schemeClr val="tx1"/>
          </a:solidFill>
          <a:latin typeface="+mn-lt"/>
          <a:ea typeface="+mn-ea"/>
          <a:cs typeface="+mn-cs"/>
        </a:defRPr>
      </a:lvl3pPr>
      <a:lvl4pPr marL="914400" indent="-182880" algn="l" defTabSz="914400" rtl="0" eaLnBrk="1" latinLnBrk="0" hangingPunct="1">
        <a:lnSpc>
          <a:spcPct val="90000"/>
        </a:lnSpc>
        <a:spcBef>
          <a:spcPts val="8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4pPr>
      <a:lvl5pPr marL="1143000" indent="-179388" algn="l" defTabSz="914400" rtl="0" eaLnBrk="1" latinLnBrk="0" hangingPunct="1">
        <a:lnSpc>
          <a:spcPct val="90000"/>
        </a:lnSpc>
        <a:spcBef>
          <a:spcPts val="6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5pPr>
      <a:lvl6pPr marL="1371600" indent="-182880" algn="l" defTabSz="914400" rtl="0" eaLnBrk="1" latinLnBrk="0" hangingPunct="1">
        <a:lnSpc>
          <a:spcPct val="90000"/>
        </a:lnSpc>
        <a:spcBef>
          <a:spcPts val="6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6pPr>
      <a:lvl7pPr marL="1600200" indent="-179388" algn="l" defTabSz="914400" rtl="0" eaLnBrk="1" latinLnBrk="0" hangingPunct="1">
        <a:lnSpc>
          <a:spcPct val="90000"/>
        </a:lnSpc>
        <a:spcBef>
          <a:spcPts val="6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7pPr>
      <a:lvl8pPr marL="1828800" indent="-182880" algn="l" defTabSz="914400" rtl="0" eaLnBrk="1" latinLnBrk="0" hangingPunct="1">
        <a:lnSpc>
          <a:spcPct val="90000"/>
        </a:lnSpc>
        <a:spcBef>
          <a:spcPts val="6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8pPr>
      <a:lvl9pPr marL="1878012" indent="0" algn="l" defTabSz="914400" rtl="0" eaLnBrk="1" latinLnBrk="0" hangingPunct="1">
        <a:lnSpc>
          <a:spcPct val="90000"/>
        </a:lnSpc>
        <a:spcBef>
          <a:spcPts val="600"/>
        </a:spcBef>
        <a:buClr>
          <a:schemeClr val="accent1">
            <a:lumMod val="75000"/>
          </a:schemeClr>
        </a:buClr>
        <a:buSzPct val="100000"/>
        <a:buFont typeface="Arial" pitchFamily="34" charset="0"/>
        <a:buNone/>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9.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9.xml.rels><?xml version="1.0" encoding="UTF-8" standalone="yes"?>
<Relationships xmlns="http://schemas.openxmlformats.org/package/2006/relationships"><Relationship Id="rId8" Type="http://schemas.openxmlformats.org/officeDocument/2006/relationships/image" Target="../media/image4.png"/><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1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1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2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image" Target="../media/image21.png"/></Relationships>
</file>

<file path=ppt/slides/_rels/slide23.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8.xml"/><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A94EE006-398F-E147-9CF2-66454FD34446}"/>
              </a:ext>
            </a:extLst>
          </p:cNvPr>
          <p:cNvSpPr txBox="1"/>
          <p:nvPr/>
        </p:nvSpPr>
        <p:spPr>
          <a:xfrm>
            <a:off x="0" y="2129587"/>
            <a:ext cx="12192000" cy="1354217"/>
          </a:xfrm>
          <a:prstGeom prst="rect">
            <a:avLst/>
          </a:prstGeom>
          <a:noFill/>
        </p:spPr>
        <p:txBody>
          <a:bodyPr wrap="square" rtlCol="0">
            <a:spAutoFit/>
          </a:bodyPr>
          <a:lstStyle/>
          <a:p>
            <a:pPr algn="ctr"/>
            <a:r>
              <a:rPr lang="en-US" sz="4400" b="1" dirty="0">
                <a:solidFill>
                  <a:srgbClr val="0B5395"/>
                </a:solidFill>
                <a:latin typeface="Garamond" panose="02020404030301010803" pitchFamily="18" charset="0"/>
              </a:rPr>
              <a:t>CHAPTER 8</a:t>
            </a:r>
            <a:endParaRPr lang="en-US" sz="3800" dirty="0">
              <a:latin typeface="Garamond" panose="02020404030301010803" pitchFamily="18" charset="0"/>
            </a:endParaRPr>
          </a:p>
          <a:p>
            <a:pPr algn="ctr"/>
            <a:r>
              <a:rPr lang="en-US" sz="3800" dirty="0">
                <a:latin typeface="Garamond" panose="02020404030301010803" pitchFamily="18" charset="0"/>
              </a:rPr>
              <a:t>Service Innovation and Design</a:t>
            </a:r>
          </a:p>
        </p:txBody>
      </p:sp>
    </p:spTree>
    <p:extLst>
      <p:ext uri="{BB962C8B-B14F-4D97-AF65-F5344CB8AC3E}">
        <p14:creationId xmlns:p14="http://schemas.microsoft.com/office/powerpoint/2010/main" val="3588460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5E1BBF-1216-422A-99E6-E239F5F70156}"/>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7BF490C4-76B0-2119-E82F-C6C36667DAE5}"/>
              </a:ext>
            </a:extLst>
          </p:cNvPr>
          <p:cNvSpPr>
            <a:spLocks noGrp="1"/>
          </p:cNvSpPr>
          <p:nvPr>
            <p:ph type="title"/>
          </p:nvPr>
        </p:nvSpPr>
        <p:spPr>
          <a:xfrm>
            <a:off x="814137" y="227970"/>
            <a:ext cx="10563726" cy="1143000"/>
          </a:xfrm>
        </p:spPr>
        <p:txBody>
          <a:bodyPr/>
          <a:lstStyle/>
          <a:p>
            <a:pPr algn="ctr"/>
            <a:r>
              <a:rPr lang="en-US" altLang="en-US" b="1" dirty="0">
                <a:solidFill>
                  <a:srgbClr val="0B5395"/>
                </a:solidFill>
                <a:latin typeface="Garamond" panose="02020404030301010803" pitchFamily="18" charset="0"/>
              </a:rPr>
              <a:t>Service Design and Standards Gap</a:t>
            </a:r>
          </a:p>
        </p:txBody>
      </p:sp>
      <p:pic>
        <p:nvPicPr>
          <p:cNvPr id="5" name="Picture 4">
            <a:extLst>
              <a:ext uri="{FF2B5EF4-FFF2-40B4-BE49-F238E27FC236}">
                <a16:creationId xmlns:a16="http://schemas.microsoft.com/office/drawing/2014/main" id="{5B8D11A3-6FB5-667B-C404-2C65D85CA8CD}"/>
              </a:ext>
            </a:extLst>
          </p:cNvPr>
          <p:cNvPicPr>
            <a:picLocks noChangeAspect="1"/>
          </p:cNvPicPr>
          <p:nvPr/>
        </p:nvPicPr>
        <p:blipFill>
          <a:blip r:embed="rId3"/>
          <a:stretch>
            <a:fillRect/>
          </a:stretch>
        </p:blipFill>
        <p:spPr>
          <a:xfrm>
            <a:off x="3103083" y="1770270"/>
            <a:ext cx="5985834" cy="4153820"/>
          </a:xfrm>
          <a:prstGeom prst="rect">
            <a:avLst/>
          </a:prstGeom>
        </p:spPr>
      </p:pic>
    </p:spTree>
    <p:extLst>
      <p:ext uri="{BB962C8B-B14F-4D97-AF65-F5344CB8AC3E}">
        <p14:creationId xmlns:p14="http://schemas.microsoft.com/office/powerpoint/2010/main" val="37317805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F815E232-45C9-1142-B84F-FD0CE83D9488}"/>
              </a:ext>
            </a:extLst>
          </p:cNvPr>
          <p:cNvSpPr>
            <a:spLocks noGrp="1"/>
          </p:cNvSpPr>
          <p:nvPr>
            <p:ph type="title"/>
          </p:nvPr>
        </p:nvSpPr>
        <p:spPr>
          <a:xfrm>
            <a:off x="814137" y="227970"/>
            <a:ext cx="10563726" cy="1143000"/>
          </a:xfrm>
        </p:spPr>
        <p:txBody>
          <a:bodyPr/>
          <a:lstStyle/>
          <a:p>
            <a:pPr algn="ctr"/>
            <a:r>
              <a:rPr lang="en-US" altLang="en-US" b="1" dirty="0">
                <a:solidFill>
                  <a:srgbClr val="0B5395"/>
                </a:solidFill>
                <a:latin typeface="Garamond" panose="02020404030301010803" pitchFamily="18" charset="0"/>
              </a:rPr>
              <a:t>Chapter Objectives</a:t>
            </a:r>
          </a:p>
        </p:txBody>
      </p:sp>
      <p:sp>
        <p:nvSpPr>
          <p:cNvPr id="2" name="Content Placeholder 2">
            <a:extLst>
              <a:ext uri="{FF2B5EF4-FFF2-40B4-BE49-F238E27FC236}">
                <a16:creationId xmlns:a16="http://schemas.microsoft.com/office/drawing/2014/main" id="{100BD9E0-E9BB-77EF-84B3-0AF0680374E6}"/>
              </a:ext>
            </a:extLst>
          </p:cNvPr>
          <p:cNvSpPr txBox="1">
            <a:spLocks/>
          </p:cNvSpPr>
          <p:nvPr/>
        </p:nvSpPr>
        <p:spPr>
          <a:xfrm>
            <a:off x="914400" y="1860964"/>
            <a:ext cx="10876547" cy="3798632"/>
          </a:xfrm>
          <a:prstGeom prst="rect">
            <a:avLst/>
          </a:prstGeom>
        </p:spPr>
        <p:txBody>
          <a:bodyPr>
            <a:noAutofit/>
          </a:bodyPr>
          <a:lstStyle>
            <a:lvl1pPr marL="228600" indent="-228600" algn="l" defTabSz="914400" rtl="0" eaLnBrk="1" latinLnBrk="0" hangingPunct="1">
              <a:lnSpc>
                <a:spcPct val="90000"/>
              </a:lnSpc>
              <a:spcBef>
                <a:spcPts val="1800"/>
              </a:spcBef>
              <a:buClr>
                <a:schemeClr val="accent1">
                  <a:lumMod val="75000"/>
                </a:schemeClr>
              </a:buClr>
              <a:buSzPct val="100000"/>
              <a:buFont typeface="Arial" pitchFamily="34" charset="0"/>
              <a:buChar char="▪"/>
              <a:defRPr sz="2000" kern="1200">
                <a:solidFill>
                  <a:schemeClr val="tx1"/>
                </a:solidFill>
                <a:latin typeface="+mn-lt"/>
                <a:ea typeface="+mn-ea"/>
                <a:cs typeface="+mn-cs"/>
              </a:defRPr>
            </a:lvl1pPr>
            <a:lvl2pPr marL="457200" indent="-182880" algn="l" defTabSz="914400" rtl="0" eaLnBrk="1" latinLnBrk="0" hangingPunct="1">
              <a:lnSpc>
                <a:spcPct val="90000"/>
              </a:lnSpc>
              <a:spcBef>
                <a:spcPts val="1200"/>
              </a:spcBef>
              <a:buClr>
                <a:schemeClr val="accent1">
                  <a:lumMod val="75000"/>
                </a:schemeClr>
              </a:buClr>
              <a:buSzPct val="100000"/>
              <a:buFont typeface="Arial" pitchFamily="34" charset="0"/>
              <a:buChar char="▪"/>
              <a:defRPr sz="1800" kern="1200">
                <a:solidFill>
                  <a:schemeClr val="tx1"/>
                </a:solidFill>
                <a:latin typeface="+mn-lt"/>
                <a:ea typeface="+mn-ea"/>
                <a:cs typeface="+mn-cs"/>
              </a:defRPr>
            </a:lvl2pPr>
            <a:lvl3pPr marL="685800" indent="-179388" algn="l" defTabSz="914400" rtl="0" eaLnBrk="1" latinLnBrk="0" hangingPunct="1">
              <a:lnSpc>
                <a:spcPct val="90000"/>
              </a:lnSpc>
              <a:spcBef>
                <a:spcPts val="800"/>
              </a:spcBef>
              <a:buClr>
                <a:schemeClr val="accent1">
                  <a:lumMod val="75000"/>
                </a:schemeClr>
              </a:buClr>
              <a:buSzPct val="100000"/>
              <a:buFont typeface="Arial" pitchFamily="34" charset="0"/>
              <a:buChar char="▪"/>
              <a:defRPr sz="1600" kern="1200">
                <a:solidFill>
                  <a:schemeClr val="tx1"/>
                </a:solidFill>
                <a:latin typeface="+mn-lt"/>
                <a:ea typeface="+mn-ea"/>
                <a:cs typeface="+mn-cs"/>
              </a:defRPr>
            </a:lvl3pPr>
            <a:lvl4pPr marL="914400" indent="-182880" algn="l" defTabSz="914400" rtl="0" eaLnBrk="1" latinLnBrk="0" hangingPunct="1">
              <a:lnSpc>
                <a:spcPct val="90000"/>
              </a:lnSpc>
              <a:spcBef>
                <a:spcPts val="8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4pPr>
            <a:lvl5pPr marL="1143000" indent="-179388" algn="l" defTabSz="914400" rtl="0" eaLnBrk="1" latinLnBrk="0" hangingPunct="1">
              <a:lnSpc>
                <a:spcPct val="90000"/>
              </a:lnSpc>
              <a:spcBef>
                <a:spcPts val="6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5pPr>
            <a:lvl6pPr marL="1371600" indent="-182880" algn="l" defTabSz="914400" rtl="0" eaLnBrk="1" latinLnBrk="0" hangingPunct="1">
              <a:lnSpc>
                <a:spcPct val="90000"/>
              </a:lnSpc>
              <a:spcBef>
                <a:spcPts val="6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6pPr>
            <a:lvl7pPr marL="1600200" indent="-179388" algn="l" defTabSz="914400" rtl="0" eaLnBrk="1" latinLnBrk="0" hangingPunct="1">
              <a:lnSpc>
                <a:spcPct val="90000"/>
              </a:lnSpc>
              <a:spcBef>
                <a:spcPts val="6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7pPr>
            <a:lvl8pPr marL="1828800" indent="-182880" algn="l" defTabSz="914400" rtl="0" eaLnBrk="1" latinLnBrk="0" hangingPunct="1">
              <a:lnSpc>
                <a:spcPct val="90000"/>
              </a:lnSpc>
              <a:spcBef>
                <a:spcPts val="6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8pPr>
            <a:lvl9pPr marL="1878012" indent="0" algn="l" defTabSz="914400" rtl="0" eaLnBrk="1" latinLnBrk="0" hangingPunct="1">
              <a:lnSpc>
                <a:spcPct val="90000"/>
              </a:lnSpc>
              <a:spcBef>
                <a:spcPts val="600"/>
              </a:spcBef>
              <a:buClr>
                <a:schemeClr val="accent1">
                  <a:lumMod val="75000"/>
                </a:schemeClr>
              </a:buClr>
              <a:buSzPct val="100000"/>
              <a:buFont typeface="Arial" pitchFamily="34" charset="0"/>
              <a:buNone/>
              <a:defRPr sz="1400" kern="1200">
                <a:solidFill>
                  <a:schemeClr val="tx1"/>
                </a:solidFill>
                <a:latin typeface="+mn-lt"/>
                <a:ea typeface="+mn-ea"/>
                <a:cs typeface="+mn-cs"/>
              </a:defRPr>
            </a:lvl9pPr>
          </a:lstStyle>
          <a:p>
            <a:r>
              <a:rPr lang="en-US" sz="2400" dirty="0">
                <a:latin typeface="Garamond" panose="02020404030301010803" pitchFamily="18" charset="0"/>
              </a:rPr>
              <a:t>Describe the challenges inherent to service innovation and design.</a:t>
            </a:r>
          </a:p>
          <a:p>
            <a:r>
              <a:rPr lang="en-US" sz="2400" dirty="0">
                <a:latin typeface="Garamond" panose="02020404030301010803" pitchFamily="18" charset="0"/>
              </a:rPr>
              <a:t>Present an array of </a:t>
            </a:r>
            <a:r>
              <a:rPr lang="en-US" sz="2400" b="1" dirty="0">
                <a:latin typeface="Garamond" panose="02020404030301010803" pitchFamily="18" charset="0"/>
              </a:rPr>
              <a:t>different types of service innovations</a:t>
            </a:r>
            <a:r>
              <a:rPr lang="en-US" sz="2400" dirty="0">
                <a:latin typeface="Garamond" panose="02020404030301010803" pitchFamily="18" charset="0"/>
              </a:rPr>
              <a:t>, including service offering innovation, innovating around customer roles, and innovation through service solutions.</a:t>
            </a:r>
          </a:p>
          <a:p>
            <a:r>
              <a:rPr lang="en-US" sz="2400" dirty="0">
                <a:latin typeface="Garamond" panose="02020404030301010803" pitchFamily="18" charset="0"/>
              </a:rPr>
              <a:t>Discuss the importance of engaging customers and employees and employing service design thinking.</a:t>
            </a:r>
          </a:p>
          <a:p>
            <a:r>
              <a:rPr lang="en-US" sz="2400" dirty="0">
                <a:latin typeface="Garamond" panose="02020404030301010803" pitchFamily="18" charset="0"/>
              </a:rPr>
              <a:t>Present the stages and unique elements of the service innovation and development process.</a:t>
            </a:r>
          </a:p>
          <a:p>
            <a:r>
              <a:rPr lang="en-US" sz="2400" dirty="0">
                <a:latin typeface="Garamond" panose="02020404030301010803" pitchFamily="18" charset="0"/>
              </a:rPr>
              <a:t>Demonstrate the value of service blueprinting as a technique for service innovation and design.</a:t>
            </a:r>
          </a:p>
        </p:txBody>
      </p:sp>
    </p:spTree>
    <p:extLst>
      <p:ext uri="{BB962C8B-B14F-4D97-AF65-F5344CB8AC3E}">
        <p14:creationId xmlns:p14="http://schemas.microsoft.com/office/powerpoint/2010/main" val="18335058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69E8B6-9048-2602-0B6D-BC79FD43E3DC}"/>
              </a:ext>
            </a:extLst>
          </p:cNvPr>
          <p:cNvSpPr>
            <a:spLocks noGrp="1"/>
          </p:cNvSpPr>
          <p:nvPr>
            <p:ph type="title"/>
          </p:nvPr>
        </p:nvSpPr>
        <p:spPr/>
        <p:txBody>
          <a:bodyPr/>
          <a:lstStyle/>
          <a:p>
            <a:r>
              <a:rPr lang="en-US" dirty="0"/>
              <a:t>Define Service Innovation</a:t>
            </a:r>
            <a:endParaRPr lang="en-IN" dirty="0"/>
          </a:p>
        </p:txBody>
      </p:sp>
      <p:sp>
        <p:nvSpPr>
          <p:cNvPr id="3" name="Content Placeholder 2">
            <a:extLst>
              <a:ext uri="{FF2B5EF4-FFF2-40B4-BE49-F238E27FC236}">
                <a16:creationId xmlns:a16="http://schemas.microsoft.com/office/drawing/2014/main" id="{DED8ACBC-CE39-5422-9182-CAF2DA7793CD}"/>
              </a:ext>
            </a:extLst>
          </p:cNvPr>
          <p:cNvSpPr>
            <a:spLocks noGrp="1"/>
          </p:cNvSpPr>
          <p:nvPr>
            <p:ph idx="1"/>
          </p:nvPr>
        </p:nvSpPr>
        <p:spPr/>
        <p:txBody>
          <a:bodyPr>
            <a:normAutofit/>
          </a:bodyPr>
          <a:lstStyle/>
          <a:p>
            <a:pPr marL="0" indent="0">
              <a:buNone/>
            </a:pPr>
            <a:endParaRPr lang="en-US" sz="4000" dirty="0">
              <a:latin typeface="Times New Roman" panose="02020603050405020304" pitchFamily="18" charset="0"/>
              <a:cs typeface="Times New Roman" panose="02020603050405020304" pitchFamily="18" charset="0"/>
            </a:endParaRPr>
          </a:p>
          <a:p>
            <a:pPr marL="0" indent="0">
              <a:buNone/>
            </a:pPr>
            <a:r>
              <a:rPr lang="en-US" sz="4000" dirty="0">
                <a:latin typeface="Times New Roman" panose="02020603050405020304" pitchFamily="18" charset="0"/>
                <a:cs typeface="Times New Roman" panose="02020603050405020304" pitchFamily="18" charset="0"/>
              </a:rPr>
              <a:t>New or improved service concept that satisfies customer’s unmet needs</a:t>
            </a:r>
            <a:endParaRPr lang="en-IN" sz="4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897715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7016B0-32D3-B288-6A5C-E635E03EC389}"/>
              </a:ext>
            </a:extLst>
          </p:cNvPr>
          <p:cNvSpPr>
            <a:spLocks noGrp="1"/>
          </p:cNvSpPr>
          <p:nvPr>
            <p:ph type="title"/>
          </p:nvPr>
        </p:nvSpPr>
        <p:spPr>
          <a:xfrm>
            <a:off x="7909560" y="576072"/>
            <a:ext cx="3657600" cy="2194560"/>
          </a:xfrm>
        </p:spPr>
        <p:txBody>
          <a:bodyPr anchor="b">
            <a:normAutofit fontScale="90000"/>
          </a:bodyPr>
          <a:lstStyle/>
          <a:p>
            <a:r>
              <a:rPr lang="en-US" sz="3200" dirty="0">
                <a:latin typeface="Gill Sans MT" panose="020B0502020104020203" pitchFamily="34" charset="0"/>
              </a:rPr>
              <a:t>Why are some businesses more successful at introducing services than others?</a:t>
            </a:r>
          </a:p>
        </p:txBody>
      </p:sp>
      <p:pic>
        <p:nvPicPr>
          <p:cNvPr id="1026" name="Picture 2" descr="PetSmart names Carmichael Lynch Relate as PR AOR | PR Week">
            <a:extLst>
              <a:ext uri="{FF2B5EF4-FFF2-40B4-BE49-F238E27FC236}">
                <a16:creationId xmlns:a16="http://schemas.microsoft.com/office/drawing/2014/main" id="{EB278D19-6841-3943-8222-BEFECF29723E}"/>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4412" y="1087977"/>
            <a:ext cx="7315200" cy="4681728"/>
          </a:xfrm>
          <a:prstGeom prst="rect">
            <a:avLst/>
          </a:prstGeom>
          <a:solidFill>
            <a:srgbClr val="FFFFFF"/>
          </a:solidFill>
        </p:spPr>
      </p:pic>
      <p:sp>
        <p:nvSpPr>
          <p:cNvPr id="3" name="Text Placeholder 2">
            <a:extLst>
              <a:ext uri="{FF2B5EF4-FFF2-40B4-BE49-F238E27FC236}">
                <a16:creationId xmlns:a16="http://schemas.microsoft.com/office/drawing/2014/main" id="{CA85FF24-9483-F106-8AD3-2B3A78F12052}"/>
              </a:ext>
            </a:extLst>
          </p:cNvPr>
          <p:cNvSpPr>
            <a:spLocks noGrp="1"/>
          </p:cNvSpPr>
          <p:nvPr>
            <p:ph type="body" sz="half" idx="2"/>
          </p:nvPr>
        </p:nvSpPr>
        <p:spPr>
          <a:xfrm>
            <a:off x="7909560" y="2999232"/>
            <a:ext cx="3657600" cy="2286000"/>
          </a:xfrm>
        </p:spPr>
        <p:txBody>
          <a:bodyPr>
            <a:normAutofit/>
          </a:bodyPr>
          <a:lstStyle/>
          <a:p>
            <a:r>
              <a:rPr lang="en-US" sz="2400">
                <a:latin typeface="Gill Sans MT" panose="020B0502020104020203" pitchFamily="34" charset="0"/>
              </a:rPr>
              <a:t>Example: PetSmart moving from a warehouse of products to now focusing on pet services.</a:t>
            </a:r>
          </a:p>
        </p:txBody>
      </p:sp>
    </p:spTree>
    <p:extLst>
      <p:ext uri="{BB962C8B-B14F-4D97-AF65-F5344CB8AC3E}">
        <p14:creationId xmlns:p14="http://schemas.microsoft.com/office/powerpoint/2010/main" val="22120509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F815E232-45C9-1142-B84F-FD0CE83D9488}"/>
              </a:ext>
            </a:extLst>
          </p:cNvPr>
          <p:cNvSpPr>
            <a:spLocks noGrp="1"/>
          </p:cNvSpPr>
          <p:nvPr>
            <p:ph type="title"/>
          </p:nvPr>
        </p:nvSpPr>
        <p:spPr>
          <a:xfrm>
            <a:off x="814137" y="227970"/>
            <a:ext cx="10563726" cy="1143000"/>
          </a:xfrm>
        </p:spPr>
        <p:txBody>
          <a:bodyPr/>
          <a:lstStyle/>
          <a:p>
            <a:pPr algn="ctr"/>
            <a:r>
              <a:rPr lang="en-US" altLang="en-US" b="1" dirty="0">
                <a:solidFill>
                  <a:srgbClr val="0B5395"/>
                </a:solidFill>
                <a:latin typeface="Garamond" panose="02020404030301010803" pitchFamily="18" charset="0"/>
              </a:rPr>
              <a:t>Characteristics of Successful Innovations</a:t>
            </a:r>
          </a:p>
        </p:txBody>
      </p:sp>
      <p:sp>
        <p:nvSpPr>
          <p:cNvPr id="2" name="Content Placeholder 2">
            <a:extLst>
              <a:ext uri="{FF2B5EF4-FFF2-40B4-BE49-F238E27FC236}">
                <a16:creationId xmlns:a16="http://schemas.microsoft.com/office/drawing/2014/main" id="{100BD9E0-E9BB-77EF-84B3-0AF0680374E6}"/>
              </a:ext>
            </a:extLst>
          </p:cNvPr>
          <p:cNvSpPr txBox="1">
            <a:spLocks/>
          </p:cNvSpPr>
          <p:nvPr/>
        </p:nvSpPr>
        <p:spPr>
          <a:xfrm>
            <a:off x="814137" y="1674647"/>
            <a:ext cx="10563726" cy="3798632"/>
          </a:xfrm>
          <a:prstGeom prst="rect">
            <a:avLst/>
          </a:prstGeom>
        </p:spPr>
        <p:txBody>
          <a:bodyPr>
            <a:noAutofit/>
          </a:bodyPr>
          <a:lstStyle>
            <a:lvl1pPr marL="228600" indent="-228600" algn="l" defTabSz="914400" rtl="0" eaLnBrk="1" latinLnBrk="0" hangingPunct="1">
              <a:lnSpc>
                <a:spcPct val="90000"/>
              </a:lnSpc>
              <a:spcBef>
                <a:spcPts val="1800"/>
              </a:spcBef>
              <a:buClr>
                <a:schemeClr val="accent1">
                  <a:lumMod val="75000"/>
                </a:schemeClr>
              </a:buClr>
              <a:buSzPct val="100000"/>
              <a:buFont typeface="Arial" pitchFamily="34" charset="0"/>
              <a:buChar char="▪"/>
              <a:defRPr sz="2000" kern="1200">
                <a:solidFill>
                  <a:schemeClr val="tx1"/>
                </a:solidFill>
                <a:latin typeface="+mn-lt"/>
                <a:ea typeface="+mn-ea"/>
                <a:cs typeface="+mn-cs"/>
              </a:defRPr>
            </a:lvl1pPr>
            <a:lvl2pPr marL="457200" indent="-182880" algn="l" defTabSz="914400" rtl="0" eaLnBrk="1" latinLnBrk="0" hangingPunct="1">
              <a:lnSpc>
                <a:spcPct val="90000"/>
              </a:lnSpc>
              <a:spcBef>
                <a:spcPts val="1200"/>
              </a:spcBef>
              <a:buClr>
                <a:schemeClr val="accent1">
                  <a:lumMod val="75000"/>
                </a:schemeClr>
              </a:buClr>
              <a:buSzPct val="100000"/>
              <a:buFont typeface="Arial" pitchFamily="34" charset="0"/>
              <a:buChar char="▪"/>
              <a:defRPr sz="1800" kern="1200">
                <a:solidFill>
                  <a:schemeClr val="tx1"/>
                </a:solidFill>
                <a:latin typeface="+mn-lt"/>
                <a:ea typeface="+mn-ea"/>
                <a:cs typeface="+mn-cs"/>
              </a:defRPr>
            </a:lvl2pPr>
            <a:lvl3pPr marL="685800" indent="-179388" algn="l" defTabSz="914400" rtl="0" eaLnBrk="1" latinLnBrk="0" hangingPunct="1">
              <a:lnSpc>
                <a:spcPct val="90000"/>
              </a:lnSpc>
              <a:spcBef>
                <a:spcPts val="800"/>
              </a:spcBef>
              <a:buClr>
                <a:schemeClr val="accent1">
                  <a:lumMod val="75000"/>
                </a:schemeClr>
              </a:buClr>
              <a:buSzPct val="100000"/>
              <a:buFont typeface="Arial" pitchFamily="34" charset="0"/>
              <a:buChar char="▪"/>
              <a:defRPr sz="1600" kern="1200">
                <a:solidFill>
                  <a:schemeClr val="tx1"/>
                </a:solidFill>
                <a:latin typeface="+mn-lt"/>
                <a:ea typeface="+mn-ea"/>
                <a:cs typeface="+mn-cs"/>
              </a:defRPr>
            </a:lvl3pPr>
            <a:lvl4pPr marL="914400" indent="-182880" algn="l" defTabSz="914400" rtl="0" eaLnBrk="1" latinLnBrk="0" hangingPunct="1">
              <a:lnSpc>
                <a:spcPct val="90000"/>
              </a:lnSpc>
              <a:spcBef>
                <a:spcPts val="8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4pPr>
            <a:lvl5pPr marL="1143000" indent="-179388" algn="l" defTabSz="914400" rtl="0" eaLnBrk="1" latinLnBrk="0" hangingPunct="1">
              <a:lnSpc>
                <a:spcPct val="90000"/>
              </a:lnSpc>
              <a:spcBef>
                <a:spcPts val="6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5pPr>
            <a:lvl6pPr marL="1371600" indent="-182880" algn="l" defTabSz="914400" rtl="0" eaLnBrk="1" latinLnBrk="0" hangingPunct="1">
              <a:lnSpc>
                <a:spcPct val="90000"/>
              </a:lnSpc>
              <a:spcBef>
                <a:spcPts val="6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6pPr>
            <a:lvl7pPr marL="1600200" indent="-179388" algn="l" defTabSz="914400" rtl="0" eaLnBrk="1" latinLnBrk="0" hangingPunct="1">
              <a:lnSpc>
                <a:spcPct val="90000"/>
              </a:lnSpc>
              <a:spcBef>
                <a:spcPts val="6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7pPr>
            <a:lvl8pPr marL="1828800" indent="-182880" algn="l" defTabSz="914400" rtl="0" eaLnBrk="1" latinLnBrk="0" hangingPunct="1">
              <a:lnSpc>
                <a:spcPct val="90000"/>
              </a:lnSpc>
              <a:spcBef>
                <a:spcPts val="6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8pPr>
            <a:lvl9pPr marL="1878012" indent="0" algn="l" defTabSz="914400" rtl="0" eaLnBrk="1" latinLnBrk="0" hangingPunct="1">
              <a:lnSpc>
                <a:spcPct val="90000"/>
              </a:lnSpc>
              <a:spcBef>
                <a:spcPts val="600"/>
              </a:spcBef>
              <a:buClr>
                <a:schemeClr val="accent1">
                  <a:lumMod val="75000"/>
                </a:schemeClr>
              </a:buClr>
              <a:buSzPct val="100000"/>
              <a:buFont typeface="Arial" pitchFamily="34" charset="0"/>
              <a:buNone/>
              <a:defRPr sz="1400" kern="1200">
                <a:solidFill>
                  <a:schemeClr val="tx1"/>
                </a:solidFill>
                <a:latin typeface="+mn-lt"/>
                <a:ea typeface="+mn-ea"/>
                <a:cs typeface="+mn-cs"/>
              </a:defRPr>
            </a:lvl9pPr>
          </a:lstStyle>
          <a:p>
            <a:pPr>
              <a:buFont typeface="Arial" panose="020B0604020202020204" pitchFamily="34" charset="0"/>
              <a:buChar char="•"/>
            </a:pPr>
            <a:r>
              <a:rPr lang="en-US" sz="2800" b="1" u="sng" dirty="0">
                <a:latin typeface="Garamond" panose="02020404030301010803" pitchFamily="18" charset="0"/>
              </a:rPr>
              <a:t>Product/ service characteristics:</a:t>
            </a:r>
            <a:r>
              <a:rPr lang="en-US" sz="2800" dirty="0">
                <a:latin typeface="Garamond" panose="02020404030301010803" pitchFamily="18" charset="0"/>
              </a:rPr>
              <a:t> meeting customer needs, advantage over competing products, technological sophistication</a:t>
            </a:r>
          </a:p>
          <a:p>
            <a:pPr>
              <a:buFont typeface="Arial" panose="020B0604020202020204" pitchFamily="34" charset="0"/>
              <a:buChar char="•"/>
            </a:pPr>
            <a:r>
              <a:rPr lang="en-US" sz="2800" b="1" u="sng" dirty="0">
                <a:latin typeface="Garamond" panose="02020404030301010803" pitchFamily="18" charset="0"/>
              </a:rPr>
              <a:t>Strategy characteristics:</a:t>
            </a:r>
            <a:r>
              <a:rPr lang="en-US" sz="2800" dirty="0">
                <a:latin typeface="Garamond" panose="02020404030301010803" pitchFamily="18" charset="0"/>
              </a:rPr>
              <a:t> dedicated human resources to support, dedicated research and development</a:t>
            </a:r>
          </a:p>
          <a:p>
            <a:pPr>
              <a:buFont typeface="Arial" panose="020B0604020202020204" pitchFamily="34" charset="0"/>
              <a:buChar char="•"/>
            </a:pPr>
            <a:r>
              <a:rPr lang="en-US" sz="2800" b="1" u="sng" dirty="0">
                <a:latin typeface="Garamond" panose="02020404030301010803" pitchFamily="18" charset="0"/>
              </a:rPr>
              <a:t>Process characteristics:</a:t>
            </a:r>
            <a:r>
              <a:rPr lang="en-US" sz="2800" dirty="0">
                <a:latin typeface="Garamond" panose="02020404030301010803" pitchFamily="18" charset="0"/>
              </a:rPr>
              <a:t> marketing, predevelopment, technological, and launch proficiencies </a:t>
            </a:r>
          </a:p>
          <a:p>
            <a:pPr>
              <a:buFont typeface="Arial" panose="020B0604020202020204" pitchFamily="34" charset="0"/>
              <a:buChar char="•"/>
            </a:pPr>
            <a:r>
              <a:rPr lang="en-US" sz="2800" b="1" u="sng" dirty="0">
                <a:latin typeface="Garamond" panose="02020404030301010803" pitchFamily="18" charset="0"/>
              </a:rPr>
              <a:t>Marketplace characteristics:</a:t>
            </a:r>
            <a:r>
              <a:rPr lang="en-US" sz="2800" dirty="0">
                <a:latin typeface="Garamond" panose="02020404030301010803" pitchFamily="18" charset="0"/>
              </a:rPr>
              <a:t> market potential</a:t>
            </a:r>
          </a:p>
        </p:txBody>
      </p:sp>
    </p:spTree>
    <p:extLst>
      <p:ext uri="{BB962C8B-B14F-4D97-AF65-F5344CB8AC3E}">
        <p14:creationId xmlns:p14="http://schemas.microsoft.com/office/powerpoint/2010/main" val="34011191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F815E232-45C9-1142-B84F-FD0CE83D9488}"/>
              </a:ext>
            </a:extLst>
          </p:cNvPr>
          <p:cNvSpPr>
            <a:spLocks noGrp="1"/>
          </p:cNvSpPr>
          <p:nvPr>
            <p:ph type="title"/>
          </p:nvPr>
        </p:nvSpPr>
        <p:spPr>
          <a:xfrm>
            <a:off x="372978" y="227970"/>
            <a:ext cx="11405937" cy="1143000"/>
          </a:xfrm>
        </p:spPr>
        <p:txBody>
          <a:bodyPr/>
          <a:lstStyle/>
          <a:p>
            <a:pPr algn="ctr"/>
            <a:r>
              <a:rPr lang="en-US" altLang="en-US" b="1" dirty="0">
                <a:solidFill>
                  <a:srgbClr val="0B5395"/>
                </a:solidFill>
                <a:latin typeface="Garamond" panose="02020404030301010803" pitchFamily="18" charset="0"/>
              </a:rPr>
              <a:t>To sell a service you must describe it, </a:t>
            </a:r>
            <a:br>
              <a:rPr lang="en-US" altLang="en-US" b="1" dirty="0">
                <a:solidFill>
                  <a:srgbClr val="0B5395"/>
                </a:solidFill>
                <a:latin typeface="Garamond" panose="02020404030301010803" pitchFamily="18" charset="0"/>
              </a:rPr>
            </a:br>
            <a:r>
              <a:rPr lang="en-US" altLang="en-US" b="1" dirty="0">
                <a:solidFill>
                  <a:srgbClr val="0B5395"/>
                </a:solidFill>
                <a:latin typeface="Garamond" panose="02020404030301010803" pitchFamily="18" charset="0"/>
              </a:rPr>
              <a:t>but there are risks when describing a service</a:t>
            </a:r>
          </a:p>
        </p:txBody>
      </p:sp>
      <p:sp>
        <p:nvSpPr>
          <p:cNvPr id="2" name="Content Placeholder 2">
            <a:extLst>
              <a:ext uri="{FF2B5EF4-FFF2-40B4-BE49-F238E27FC236}">
                <a16:creationId xmlns:a16="http://schemas.microsoft.com/office/drawing/2014/main" id="{100BD9E0-E9BB-77EF-84B3-0AF0680374E6}"/>
              </a:ext>
            </a:extLst>
          </p:cNvPr>
          <p:cNvSpPr txBox="1">
            <a:spLocks/>
          </p:cNvSpPr>
          <p:nvPr/>
        </p:nvSpPr>
        <p:spPr>
          <a:xfrm>
            <a:off x="866274" y="1860964"/>
            <a:ext cx="4932947" cy="3798632"/>
          </a:xfrm>
          <a:prstGeom prst="rect">
            <a:avLst/>
          </a:prstGeom>
        </p:spPr>
        <p:txBody>
          <a:bodyPr>
            <a:noAutofit/>
          </a:bodyPr>
          <a:lstStyle>
            <a:lvl1pPr marL="228600" indent="-228600" algn="l" defTabSz="914400" rtl="0" eaLnBrk="1" latinLnBrk="0" hangingPunct="1">
              <a:lnSpc>
                <a:spcPct val="90000"/>
              </a:lnSpc>
              <a:spcBef>
                <a:spcPts val="1800"/>
              </a:spcBef>
              <a:buClr>
                <a:schemeClr val="accent1">
                  <a:lumMod val="75000"/>
                </a:schemeClr>
              </a:buClr>
              <a:buSzPct val="100000"/>
              <a:buFont typeface="Arial" pitchFamily="34" charset="0"/>
              <a:buChar char="▪"/>
              <a:defRPr sz="2000" kern="1200">
                <a:solidFill>
                  <a:schemeClr val="tx1"/>
                </a:solidFill>
                <a:latin typeface="+mn-lt"/>
                <a:ea typeface="+mn-ea"/>
                <a:cs typeface="+mn-cs"/>
              </a:defRPr>
            </a:lvl1pPr>
            <a:lvl2pPr marL="457200" indent="-182880" algn="l" defTabSz="914400" rtl="0" eaLnBrk="1" latinLnBrk="0" hangingPunct="1">
              <a:lnSpc>
                <a:spcPct val="90000"/>
              </a:lnSpc>
              <a:spcBef>
                <a:spcPts val="1200"/>
              </a:spcBef>
              <a:buClr>
                <a:schemeClr val="accent1">
                  <a:lumMod val="75000"/>
                </a:schemeClr>
              </a:buClr>
              <a:buSzPct val="100000"/>
              <a:buFont typeface="Arial" pitchFamily="34" charset="0"/>
              <a:buChar char="▪"/>
              <a:defRPr sz="1800" kern="1200">
                <a:solidFill>
                  <a:schemeClr val="tx1"/>
                </a:solidFill>
                <a:latin typeface="+mn-lt"/>
                <a:ea typeface="+mn-ea"/>
                <a:cs typeface="+mn-cs"/>
              </a:defRPr>
            </a:lvl2pPr>
            <a:lvl3pPr marL="685800" indent="-179388" algn="l" defTabSz="914400" rtl="0" eaLnBrk="1" latinLnBrk="0" hangingPunct="1">
              <a:lnSpc>
                <a:spcPct val="90000"/>
              </a:lnSpc>
              <a:spcBef>
                <a:spcPts val="800"/>
              </a:spcBef>
              <a:buClr>
                <a:schemeClr val="accent1">
                  <a:lumMod val="75000"/>
                </a:schemeClr>
              </a:buClr>
              <a:buSzPct val="100000"/>
              <a:buFont typeface="Arial" pitchFamily="34" charset="0"/>
              <a:buChar char="▪"/>
              <a:defRPr sz="1600" kern="1200">
                <a:solidFill>
                  <a:schemeClr val="tx1"/>
                </a:solidFill>
                <a:latin typeface="+mn-lt"/>
                <a:ea typeface="+mn-ea"/>
                <a:cs typeface="+mn-cs"/>
              </a:defRPr>
            </a:lvl3pPr>
            <a:lvl4pPr marL="914400" indent="-182880" algn="l" defTabSz="914400" rtl="0" eaLnBrk="1" latinLnBrk="0" hangingPunct="1">
              <a:lnSpc>
                <a:spcPct val="90000"/>
              </a:lnSpc>
              <a:spcBef>
                <a:spcPts val="8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4pPr>
            <a:lvl5pPr marL="1143000" indent="-179388" algn="l" defTabSz="914400" rtl="0" eaLnBrk="1" latinLnBrk="0" hangingPunct="1">
              <a:lnSpc>
                <a:spcPct val="90000"/>
              </a:lnSpc>
              <a:spcBef>
                <a:spcPts val="6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5pPr>
            <a:lvl6pPr marL="1371600" indent="-182880" algn="l" defTabSz="914400" rtl="0" eaLnBrk="1" latinLnBrk="0" hangingPunct="1">
              <a:lnSpc>
                <a:spcPct val="90000"/>
              </a:lnSpc>
              <a:spcBef>
                <a:spcPts val="6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6pPr>
            <a:lvl7pPr marL="1600200" indent="-179388" algn="l" defTabSz="914400" rtl="0" eaLnBrk="1" latinLnBrk="0" hangingPunct="1">
              <a:lnSpc>
                <a:spcPct val="90000"/>
              </a:lnSpc>
              <a:spcBef>
                <a:spcPts val="6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7pPr>
            <a:lvl8pPr marL="1828800" indent="-182880" algn="l" defTabSz="914400" rtl="0" eaLnBrk="1" latinLnBrk="0" hangingPunct="1">
              <a:lnSpc>
                <a:spcPct val="90000"/>
              </a:lnSpc>
              <a:spcBef>
                <a:spcPts val="6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8pPr>
            <a:lvl9pPr marL="1878012" indent="0" algn="l" defTabSz="914400" rtl="0" eaLnBrk="1" latinLnBrk="0" hangingPunct="1">
              <a:lnSpc>
                <a:spcPct val="90000"/>
              </a:lnSpc>
              <a:spcBef>
                <a:spcPts val="600"/>
              </a:spcBef>
              <a:buClr>
                <a:schemeClr val="accent1">
                  <a:lumMod val="75000"/>
                </a:schemeClr>
              </a:buClr>
              <a:buSzPct val="100000"/>
              <a:buFont typeface="Arial" pitchFamily="34" charset="0"/>
              <a:buNone/>
              <a:defRPr sz="1400" kern="1200">
                <a:solidFill>
                  <a:schemeClr val="tx1"/>
                </a:solidFill>
                <a:latin typeface="+mn-lt"/>
                <a:ea typeface="+mn-ea"/>
                <a:cs typeface="+mn-cs"/>
              </a:defRPr>
            </a:lvl9pPr>
          </a:lstStyle>
          <a:p>
            <a:pPr>
              <a:buFont typeface="Arial" panose="020B0604020202020204" pitchFamily="34" charset="0"/>
              <a:buChar char="•"/>
            </a:pPr>
            <a:r>
              <a:rPr lang="en-US" sz="3200" dirty="0">
                <a:latin typeface="Garamond" panose="02020404030301010803" pitchFamily="18" charset="0"/>
              </a:rPr>
              <a:t>Oversimplification</a:t>
            </a:r>
          </a:p>
          <a:p>
            <a:pPr>
              <a:buFont typeface="Arial" panose="020B0604020202020204" pitchFamily="34" charset="0"/>
              <a:buChar char="•"/>
            </a:pPr>
            <a:r>
              <a:rPr lang="en-US" sz="3200" dirty="0">
                <a:latin typeface="Garamond" panose="02020404030301010803" pitchFamily="18" charset="0"/>
              </a:rPr>
              <a:t>Incompleteness</a:t>
            </a:r>
          </a:p>
          <a:p>
            <a:pPr>
              <a:buFont typeface="Arial" panose="020B0604020202020204" pitchFamily="34" charset="0"/>
              <a:buChar char="•"/>
            </a:pPr>
            <a:r>
              <a:rPr lang="en-US" sz="3200" dirty="0">
                <a:latin typeface="Garamond" panose="02020404030301010803" pitchFamily="18" charset="0"/>
              </a:rPr>
              <a:t>Subjectivity</a:t>
            </a:r>
          </a:p>
          <a:p>
            <a:pPr>
              <a:buFont typeface="Arial" panose="020B0604020202020204" pitchFamily="34" charset="0"/>
              <a:buChar char="•"/>
            </a:pPr>
            <a:r>
              <a:rPr lang="en-US" sz="3200" dirty="0">
                <a:latin typeface="Garamond" panose="02020404030301010803" pitchFamily="18" charset="0"/>
              </a:rPr>
              <a:t>Biased Interpretation</a:t>
            </a:r>
          </a:p>
        </p:txBody>
      </p:sp>
      <p:pic>
        <p:nvPicPr>
          <p:cNvPr id="3" name="Picture 2">
            <a:extLst>
              <a:ext uri="{FF2B5EF4-FFF2-40B4-BE49-F238E27FC236}">
                <a16:creationId xmlns:a16="http://schemas.microsoft.com/office/drawing/2014/main" id="{D9AA938F-8E2F-900A-3492-4883454FC2E3}"/>
              </a:ext>
            </a:extLst>
          </p:cNvPr>
          <p:cNvPicPr>
            <a:picLocks noChangeAspect="1"/>
          </p:cNvPicPr>
          <p:nvPr/>
        </p:nvPicPr>
        <p:blipFill>
          <a:blip r:embed="rId3"/>
          <a:stretch>
            <a:fillRect/>
          </a:stretch>
        </p:blipFill>
        <p:spPr>
          <a:xfrm>
            <a:off x="5293894" y="2019300"/>
            <a:ext cx="6149149" cy="3640296"/>
          </a:xfrm>
          <a:prstGeom prst="rect">
            <a:avLst/>
          </a:prstGeom>
        </p:spPr>
      </p:pic>
    </p:spTree>
    <p:extLst>
      <p:ext uri="{BB962C8B-B14F-4D97-AF65-F5344CB8AC3E}">
        <p14:creationId xmlns:p14="http://schemas.microsoft.com/office/powerpoint/2010/main" val="20403270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F815E232-45C9-1142-B84F-FD0CE83D9488}"/>
              </a:ext>
            </a:extLst>
          </p:cNvPr>
          <p:cNvSpPr>
            <a:spLocks noGrp="1"/>
          </p:cNvSpPr>
          <p:nvPr>
            <p:ph type="title"/>
          </p:nvPr>
        </p:nvSpPr>
        <p:spPr>
          <a:xfrm>
            <a:off x="372978" y="227970"/>
            <a:ext cx="11405937" cy="1143000"/>
          </a:xfrm>
        </p:spPr>
        <p:txBody>
          <a:bodyPr/>
          <a:lstStyle/>
          <a:p>
            <a:pPr algn="ctr"/>
            <a:r>
              <a:rPr lang="en-US" altLang="en-US" b="1" dirty="0">
                <a:solidFill>
                  <a:srgbClr val="0B5395"/>
                </a:solidFill>
                <a:latin typeface="Garamond" panose="02020404030301010803" pitchFamily="18" charset="0"/>
              </a:rPr>
              <a:t>Considerations for Service Innovation</a:t>
            </a:r>
          </a:p>
        </p:txBody>
      </p:sp>
      <p:sp>
        <p:nvSpPr>
          <p:cNvPr id="2" name="Content Placeholder 2">
            <a:extLst>
              <a:ext uri="{FF2B5EF4-FFF2-40B4-BE49-F238E27FC236}">
                <a16:creationId xmlns:a16="http://schemas.microsoft.com/office/drawing/2014/main" id="{100BD9E0-E9BB-77EF-84B3-0AF0680374E6}"/>
              </a:ext>
            </a:extLst>
          </p:cNvPr>
          <p:cNvSpPr txBox="1">
            <a:spLocks/>
          </p:cNvSpPr>
          <p:nvPr/>
        </p:nvSpPr>
        <p:spPr>
          <a:xfrm>
            <a:off x="866275" y="1860964"/>
            <a:ext cx="4728410" cy="3798632"/>
          </a:xfrm>
          <a:prstGeom prst="rect">
            <a:avLst/>
          </a:prstGeom>
        </p:spPr>
        <p:txBody>
          <a:bodyPr>
            <a:noAutofit/>
          </a:bodyPr>
          <a:lstStyle>
            <a:lvl1pPr marL="228600" indent="-228600" algn="l" defTabSz="914400" rtl="0" eaLnBrk="1" latinLnBrk="0" hangingPunct="1">
              <a:lnSpc>
                <a:spcPct val="90000"/>
              </a:lnSpc>
              <a:spcBef>
                <a:spcPts val="1800"/>
              </a:spcBef>
              <a:buClr>
                <a:schemeClr val="accent1">
                  <a:lumMod val="75000"/>
                </a:schemeClr>
              </a:buClr>
              <a:buSzPct val="100000"/>
              <a:buFont typeface="Arial" pitchFamily="34" charset="0"/>
              <a:buChar char="▪"/>
              <a:defRPr sz="2000" kern="1200">
                <a:solidFill>
                  <a:schemeClr val="tx1"/>
                </a:solidFill>
                <a:latin typeface="+mn-lt"/>
                <a:ea typeface="+mn-ea"/>
                <a:cs typeface="+mn-cs"/>
              </a:defRPr>
            </a:lvl1pPr>
            <a:lvl2pPr marL="457200" indent="-182880" algn="l" defTabSz="914400" rtl="0" eaLnBrk="1" latinLnBrk="0" hangingPunct="1">
              <a:lnSpc>
                <a:spcPct val="90000"/>
              </a:lnSpc>
              <a:spcBef>
                <a:spcPts val="1200"/>
              </a:spcBef>
              <a:buClr>
                <a:schemeClr val="accent1">
                  <a:lumMod val="75000"/>
                </a:schemeClr>
              </a:buClr>
              <a:buSzPct val="100000"/>
              <a:buFont typeface="Arial" pitchFamily="34" charset="0"/>
              <a:buChar char="▪"/>
              <a:defRPr sz="1800" kern="1200">
                <a:solidFill>
                  <a:schemeClr val="tx1"/>
                </a:solidFill>
                <a:latin typeface="+mn-lt"/>
                <a:ea typeface="+mn-ea"/>
                <a:cs typeface="+mn-cs"/>
              </a:defRPr>
            </a:lvl2pPr>
            <a:lvl3pPr marL="685800" indent="-179388" algn="l" defTabSz="914400" rtl="0" eaLnBrk="1" latinLnBrk="0" hangingPunct="1">
              <a:lnSpc>
                <a:spcPct val="90000"/>
              </a:lnSpc>
              <a:spcBef>
                <a:spcPts val="800"/>
              </a:spcBef>
              <a:buClr>
                <a:schemeClr val="accent1">
                  <a:lumMod val="75000"/>
                </a:schemeClr>
              </a:buClr>
              <a:buSzPct val="100000"/>
              <a:buFont typeface="Arial" pitchFamily="34" charset="0"/>
              <a:buChar char="▪"/>
              <a:defRPr sz="1600" kern="1200">
                <a:solidFill>
                  <a:schemeClr val="tx1"/>
                </a:solidFill>
                <a:latin typeface="+mn-lt"/>
                <a:ea typeface="+mn-ea"/>
                <a:cs typeface="+mn-cs"/>
              </a:defRPr>
            </a:lvl3pPr>
            <a:lvl4pPr marL="914400" indent="-182880" algn="l" defTabSz="914400" rtl="0" eaLnBrk="1" latinLnBrk="0" hangingPunct="1">
              <a:lnSpc>
                <a:spcPct val="90000"/>
              </a:lnSpc>
              <a:spcBef>
                <a:spcPts val="8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4pPr>
            <a:lvl5pPr marL="1143000" indent="-179388" algn="l" defTabSz="914400" rtl="0" eaLnBrk="1" latinLnBrk="0" hangingPunct="1">
              <a:lnSpc>
                <a:spcPct val="90000"/>
              </a:lnSpc>
              <a:spcBef>
                <a:spcPts val="6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5pPr>
            <a:lvl6pPr marL="1371600" indent="-182880" algn="l" defTabSz="914400" rtl="0" eaLnBrk="1" latinLnBrk="0" hangingPunct="1">
              <a:lnSpc>
                <a:spcPct val="90000"/>
              </a:lnSpc>
              <a:spcBef>
                <a:spcPts val="6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6pPr>
            <a:lvl7pPr marL="1600200" indent="-179388" algn="l" defTabSz="914400" rtl="0" eaLnBrk="1" latinLnBrk="0" hangingPunct="1">
              <a:lnSpc>
                <a:spcPct val="90000"/>
              </a:lnSpc>
              <a:spcBef>
                <a:spcPts val="6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7pPr>
            <a:lvl8pPr marL="1828800" indent="-182880" algn="l" defTabSz="914400" rtl="0" eaLnBrk="1" latinLnBrk="0" hangingPunct="1">
              <a:lnSpc>
                <a:spcPct val="90000"/>
              </a:lnSpc>
              <a:spcBef>
                <a:spcPts val="6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8pPr>
            <a:lvl9pPr marL="1878012" indent="0" algn="l" defTabSz="914400" rtl="0" eaLnBrk="1" latinLnBrk="0" hangingPunct="1">
              <a:lnSpc>
                <a:spcPct val="90000"/>
              </a:lnSpc>
              <a:spcBef>
                <a:spcPts val="600"/>
              </a:spcBef>
              <a:buClr>
                <a:schemeClr val="accent1">
                  <a:lumMod val="75000"/>
                </a:schemeClr>
              </a:buClr>
              <a:buSzPct val="100000"/>
              <a:buFont typeface="Arial" pitchFamily="34" charset="0"/>
              <a:buNone/>
              <a:defRPr sz="1400" kern="1200">
                <a:solidFill>
                  <a:schemeClr val="tx1"/>
                </a:solidFill>
                <a:latin typeface="+mn-lt"/>
                <a:ea typeface="+mn-ea"/>
                <a:cs typeface="+mn-cs"/>
              </a:defRPr>
            </a:lvl9pPr>
          </a:lstStyle>
          <a:p>
            <a:pPr>
              <a:buFont typeface="Arial" panose="020B0604020202020204" pitchFamily="34" charset="0"/>
              <a:buChar char="•"/>
            </a:pPr>
            <a:r>
              <a:rPr lang="en-US" sz="3200" dirty="0">
                <a:latin typeface="Garamond" panose="02020404030301010803" pitchFamily="18" charset="0"/>
              </a:rPr>
              <a:t>Involve customers and employees</a:t>
            </a:r>
          </a:p>
          <a:p>
            <a:pPr>
              <a:buFont typeface="Arial" panose="020B0604020202020204" pitchFamily="34" charset="0"/>
              <a:buChar char="•"/>
            </a:pPr>
            <a:r>
              <a:rPr lang="en-US" sz="3200" dirty="0">
                <a:latin typeface="Garamond" panose="02020404030301010803" pitchFamily="18" charset="0"/>
              </a:rPr>
              <a:t>Employee Service Design Thinking and Techniques</a:t>
            </a:r>
            <a:endParaRPr lang="en-US" sz="2800" dirty="0">
              <a:latin typeface="Garamond" panose="02020404030301010803" pitchFamily="18" charset="0"/>
            </a:endParaRPr>
          </a:p>
          <a:p>
            <a:pPr lvl="2">
              <a:buFont typeface="Arial" panose="020B0604020202020204" pitchFamily="34" charset="0"/>
              <a:buChar char="•"/>
            </a:pPr>
            <a:endParaRPr lang="en-US" sz="2800" dirty="0">
              <a:latin typeface="Garamond" panose="02020404030301010803" pitchFamily="18" charset="0"/>
            </a:endParaRPr>
          </a:p>
        </p:txBody>
      </p:sp>
      <p:graphicFrame>
        <p:nvGraphicFramePr>
          <p:cNvPr id="5" name="Diagram 4">
            <a:extLst>
              <a:ext uri="{FF2B5EF4-FFF2-40B4-BE49-F238E27FC236}">
                <a16:creationId xmlns:a16="http://schemas.microsoft.com/office/drawing/2014/main" id="{E7FE4DD9-4D3F-966B-309E-52A721EE69AD}"/>
              </a:ext>
            </a:extLst>
          </p:cNvPr>
          <p:cNvGraphicFramePr/>
          <p:nvPr>
            <p:extLst>
              <p:ext uri="{D42A27DB-BD31-4B8C-83A1-F6EECF244321}">
                <p14:modId xmlns:p14="http://schemas.microsoft.com/office/powerpoint/2010/main" val="2559063727"/>
              </p:ext>
            </p:extLst>
          </p:nvPr>
        </p:nvGraphicFramePr>
        <p:xfrm>
          <a:off x="4666915" y="1130967"/>
          <a:ext cx="7713579" cy="483331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7" name="TextBox 6">
            <a:extLst>
              <a:ext uri="{FF2B5EF4-FFF2-40B4-BE49-F238E27FC236}">
                <a16:creationId xmlns:a16="http://schemas.microsoft.com/office/drawing/2014/main" id="{AF136C0A-D2AD-6C14-2894-A281F4E85F12}"/>
              </a:ext>
            </a:extLst>
          </p:cNvPr>
          <p:cNvSpPr txBox="1"/>
          <p:nvPr/>
        </p:nvSpPr>
        <p:spPr>
          <a:xfrm>
            <a:off x="5428581" y="5691498"/>
            <a:ext cx="6190246" cy="400110"/>
          </a:xfrm>
          <a:prstGeom prst="rect">
            <a:avLst/>
          </a:prstGeom>
          <a:noFill/>
        </p:spPr>
        <p:txBody>
          <a:bodyPr wrap="square">
            <a:spAutoFit/>
          </a:bodyPr>
          <a:lstStyle/>
          <a:p>
            <a:pPr algn="ctr"/>
            <a:r>
              <a:rPr lang="en-US" sz="2000" b="1" dirty="0">
                <a:latin typeface="Garamond" panose="02020404030301010803" pitchFamily="18" charset="0"/>
              </a:rPr>
              <a:t>Five principles of service design thinking</a:t>
            </a:r>
          </a:p>
        </p:txBody>
      </p:sp>
    </p:spTree>
    <p:extLst>
      <p:ext uri="{BB962C8B-B14F-4D97-AF65-F5344CB8AC3E}">
        <p14:creationId xmlns:p14="http://schemas.microsoft.com/office/powerpoint/2010/main" val="31690943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DF2E7B-7DE0-0728-97C9-3E9C4FDCDB77}"/>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56A48555-5A06-5468-50AF-CA23EF58480C}"/>
              </a:ext>
            </a:extLst>
          </p:cNvPr>
          <p:cNvSpPr>
            <a:spLocks noGrp="1"/>
          </p:cNvSpPr>
          <p:nvPr>
            <p:ph type="title"/>
          </p:nvPr>
        </p:nvSpPr>
        <p:spPr>
          <a:xfrm>
            <a:off x="393031" y="-139500"/>
            <a:ext cx="11405937" cy="1143000"/>
          </a:xfrm>
        </p:spPr>
        <p:txBody>
          <a:bodyPr/>
          <a:lstStyle/>
          <a:p>
            <a:pPr algn="ctr"/>
            <a:r>
              <a:rPr lang="en-US" altLang="en-US" b="1" dirty="0">
                <a:solidFill>
                  <a:srgbClr val="0B5395"/>
                </a:solidFill>
                <a:latin typeface="Garamond" panose="02020404030301010803" pitchFamily="18" charset="0"/>
              </a:rPr>
              <a:t>Example: Design a Food Delivery Service </a:t>
            </a:r>
          </a:p>
        </p:txBody>
      </p:sp>
      <p:graphicFrame>
        <p:nvGraphicFramePr>
          <p:cNvPr id="5" name="Diagram 4">
            <a:extLst>
              <a:ext uri="{FF2B5EF4-FFF2-40B4-BE49-F238E27FC236}">
                <a16:creationId xmlns:a16="http://schemas.microsoft.com/office/drawing/2014/main" id="{940BE32B-067A-396F-E0CC-B318E40FD702}"/>
              </a:ext>
            </a:extLst>
          </p:cNvPr>
          <p:cNvGraphicFramePr/>
          <p:nvPr>
            <p:extLst>
              <p:ext uri="{D42A27DB-BD31-4B8C-83A1-F6EECF244321}">
                <p14:modId xmlns:p14="http://schemas.microsoft.com/office/powerpoint/2010/main" val="429833520"/>
              </p:ext>
            </p:extLst>
          </p:nvPr>
        </p:nvGraphicFramePr>
        <p:xfrm>
          <a:off x="3133371" y="1433741"/>
          <a:ext cx="5925258" cy="3990519"/>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6" name="TextBox 5">
            <a:extLst>
              <a:ext uri="{FF2B5EF4-FFF2-40B4-BE49-F238E27FC236}">
                <a16:creationId xmlns:a16="http://schemas.microsoft.com/office/drawing/2014/main" id="{31AE78A3-378F-CABD-214A-84DD8D9EE295}"/>
              </a:ext>
            </a:extLst>
          </p:cNvPr>
          <p:cNvSpPr txBox="1"/>
          <p:nvPr/>
        </p:nvSpPr>
        <p:spPr>
          <a:xfrm>
            <a:off x="8164469" y="1370970"/>
            <a:ext cx="3614446" cy="1323439"/>
          </a:xfrm>
          <a:prstGeom prst="rect">
            <a:avLst/>
          </a:prstGeom>
          <a:noFill/>
        </p:spPr>
        <p:txBody>
          <a:bodyPr wrap="square">
            <a:spAutoFit/>
          </a:bodyPr>
          <a:lstStyle/>
          <a:p>
            <a:pPr marL="285750" indent="-285750">
              <a:buFont typeface="Arial" panose="020B0604020202020204" pitchFamily="34" charset="0"/>
              <a:buChar char="•"/>
            </a:pPr>
            <a:r>
              <a:rPr lang="en-US" sz="2000" dirty="0">
                <a:latin typeface="Garamond" panose="02020404030301010803" pitchFamily="18" charset="0"/>
              </a:rPr>
              <a:t>Customers</a:t>
            </a:r>
          </a:p>
          <a:p>
            <a:pPr marL="285750" indent="-285750">
              <a:buFont typeface="Arial" panose="020B0604020202020204" pitchFamily="34" charset="0"/>
              <a:buChar char="•"/>
            </a:pPr>
            <a:r>
              <a:rPr lang="en-US" sz="2000" dirty="0">
                <a:latin typeface="Garamond" panose="02020404030301010803" pitchFamily="18" charset="0"/>
              </a:rPr>
              <a:t>Employees (including delivery partners)</a:t>
            </a:r>
          </a:p>
          <a:p>
            <a:pPr marL="285750" indent="-285750">
              <a:buFont typeface="Arial" panose="020B0604020202020204" pitchFamily="34" charset="0"/>
              <a:buChar char="•"/>
            </a:pPr>
            <a:r>
              <a:rPr lang="en-US" sz="2000" dirty="0">
                <a:latin typeface="Garamond" panose="02020404030301010803" pitchFamily="18" charset="0"/>
              </a:rPr>
              <a:t>Partner restaurants</a:t>
            </a:r>
            <a:endParaRPr lang="en-US" sz="2000" dirty="0"/>
          </a:p>
        </p:txBody>
      </p:sp>
      <p:sp>
        <p:nvSpPr>
          <p:cNvPr id="8" name="TextBox 7">
            <a:extLst>
              <a:ext uri="{FF2B5EF4-FFF2-40B4-BE49-F238E27FC236}">
                <a16:creationId xmlns:a16="http://schemas.microsoft.com/office/drawing/2014/main" id="{71A4AE76-FEBA-5711-0DC2-2D373BA065DB}"/>
              </a:ext>
            </a:extLst>
          </p:cNvPr>
          <p:cNvSpPr txBox="1"/>
          <p:nvPr/>
        </p:nvSpPr>
        <p:spPr>
          <a:xfrm>
            <a:off x="413085" y="1546075"/>
            <a:ext cx="3614446" cy="1015663"/>
          </a:xfrm>
          <a:prstGeom prst="rect">
            <a:avLst/>
          </a:prstGeom>
          <a:noFill/>
        </p:spPr>
        <p:txBody>
          <a:bodyPr wrap="square">
            <a:spAutoFit/>
          </a:bodyPr>
          <a:lstStyle/>
          <a:p>
            <a:pPr marL="285750" indent="-285750" algn="r">
              <a:buFont typeface="Arial" panose="020B0604020202020204" pitchFamily="34" charset="0"/>
              <a:buChar char="•"/>
            </a:pPr>
            <a:r>
              <a:rPr lang="en-US" sz="2000" dirty="0">
                <a:latin typeface="Garamond" panose="02020404030301010803" pitchFamily="18" charset="0"/>
              </a:rPr>
              <a:t>Primarily students</a:t>
            </a:r>
          </a:p>
          <a:p>
            <a:pPr marL="285750" indent="-285750" algn="r">
              <a:buFont typeface="Arial" panose="020B0604020202020204" pitchFamily="34" charset="0"/>
              <a:buChar char="•"/>
            </a:pPr>
            <a:r>
              <a:rPr lang="en-US" sz="2000" dirty="0">
                <a:latin typeface="Garamond" panose="02020404030301010803" pitchFamily="18" charset="0"/>
              </a:rPr>
              <a:t>Customer needs – what would this include (e.g., price)?</a:t>
            </a:r>
            <a:endParaRPr lang="en-US" sz="2000" dirty="0"/>
          </a:p>
        </p:txBody>
      </p:sp>
      <p:pic>
        <p:nvPicPr>
          <p:cNvPr id="10" name="Picture 9">
            <a:extLst>
              <a:ext uri="{FF2B5EF4-FFF2-40B4-BE49-F238E27FC236}">
                <a16:creationId xmlns:a16="http://schemas.microsoft.com/office/drawing/2014/main" id="{341CBF7F-2DB5-EE0B-3864-7F3BBFD69779}"/>
              </a:ext>
            </a:extLst>
          </p:cNvPr>
          <p:cNvPicPr>
            <a:picLocks noChangeAspect="1"/>
          </p:cNvPicPr>
          <p:nvPr/>
        </p:nvPicPr>
        <p:blipFill>
          <a:blip r:embed="rId8"/>
          <a:stretch>
            <a:fillRect/>
          </a:stretch>
        </p:blipFill>
        <p:spPr>
          <a:xfrm>
            <a:off x="8129571" y="3111190"/>
            <a:ext cx="3593589" cy="2452985"/>
          </a:xfrm>
          <a:prstGeom prst="rect">
            <a:avLst/>
          </a:prstGeom>
        </p:spPr>
      </p:pic>
      <p:sp>
        <p:nvSpPr>
          <p:cNvPr id="11" name="TextBox 10">
            <a:extLst>
              <a:ext uri="{FF2B5EF4-FFF2-40B4-BE49-F238E27FC236}">
                <a16:creationId xmlns:a16="http://schemas.microsoft.com/office/drawing/2014/main" id="{1B5ECF98-A852-B5A5-3BAE-248C46AEB5C7}"/>
              </a:ext>
            </a:extLst>
          </p:cNvPr>
          <p:cNvSpPr txBox="1"/>
          <p:nvPr/>
        </p:nvSpPr>
        <p:spPr>
          <a:xfrm>
            <a:off x="4288777" y="5379655"/>
            <a:ext cx="3614446" cy="707886"/>
          </a:xfrm>
          <a:prstGeom prst="rect">
            <a:avLst/>
          </a:prstGeom>
          <a:noFill/>
        </p:spPr>
        <p:txBody>
          <a:bodyPr wrap="square">
            <a:spAutoFit/>
          </a:bodyPr>
          <a:lstStyle/>
          <a:p>
            <a:pPr marL="285750" indent="-285750">
              <a:buFont typeface="Arial" panose="020B0604020202020204" pitchFamily="34" charset="0"/>
              <a:buChar char="•"/>
            </a:pPr>
            <a:r>
              <a:rPr lang="en-US" sz="2000" dirty="0">
                <a:latin typeface="Garamond" panose="02020404030301010803" pitchFamily="18" charset="0"/>
              </a:rPr>
              <a:t>Web/ mobile application (what features are important here?)</a:t>
            </a:r>
            <a:endParaRPr lang="en-US" sz="2000" dirty="0"/>
          </a:p>
        </p:txBody>
      </p:sp>
      <p:sp>
        <p:nvSpPr>
          <p:cNvPr id="12" name="TextBox 11">
            <a:extLst>
              <a:ext uri="{FF2B5EF4-FFF2-40B4-BE49-F238E27FC236}">
                <a16:creationId xmlns:a16="http://schemas.microsoft.com/office/drawing/2014/main" id="{80D5D69A-0D3D-C333-B197-6629FD310F6D}"/>
              </a:ext>
            </a:extLst>
          </p:cNvPr>
          <p:cNvSpPr txBox="1"/>
          <p:nvPr/>
        </p:nvSpPr>
        <p:spPr>
          <a:xfrm>
            <a:off x="674331" y="3805320"/>
            <a:ext cx="3614446" cy="1015663"/>
          </a:xfrm>
          <a:prstGeom prst="rect">
            <a:avLst/>
          </a:prstGeom>
          <a:noFill/>
        </p:spPr>
        <p:txBody>
          <a:bodyPr wrap="square">
            <a:spAutoFit/>
          </a:bodyPr>
          <a:lstStyle/>
          <a:p>
            <a:pPr marL="285750" indent="-285750" algn="r">
              <a:buFont typeface="Arial" panose="020B0604020202020204" pitchFamily="34" charset="0"/>
              <a:buChar char="•"/>
            </a:pPr>
            <a:r>
              <a:rPr lang="en-US" sz="2000" dirty="0">
                <a:latin typeface="Garamond" panose="02020404030301010803" pitchFamily="18" charset="0"/>
              </a:rPr>
              <a:t>External environment</a:t>
            </a:r>
          </a:p>
          <a:p>
            <a:pPr marL="285750" indent="-285750" algn="r">
              <a:buFont typeface="Arial" panose="020B0604020202020204" pitchFamily="34" charset="0"/>
              <a:buChar char="•"/>
            </a:pPr>
            <a:r>
              <a:rPr lang="en-US" sz="2000" dirty="0">
                <a:latin typeface="Garamond" panose="02020404030301010803" pitchFamily="18" charset="0"/>
              </a:rPr>
              <a:t>Regulators</a:t>
            </a:r>
          </a:p>
          <a:p>
            <a:pPr marL="285750" indent="-285750" algn="r">
              <a:buFont typeface="Arial" panose="020B0604020202020204" pitchFamily="34" charset="0"/>
              <a:buChar char="•"/>
            </a:pPr>
            <a:r>
              <a:rPr lang="en-US" sz="2000" dirty="0">
                <a:latin typeface="Garamond" panose="02020404030301010803" pitchFamily="18" charset="0"/>
              </a:rPr>
              <a:t>Market potential</a:t>
            </a:r>
            <a:endParaRPr lang="en-US" sz="2000" dirty="0"/>
          </a:p>
        </p:txBody>
      </p:sp>
    </p:spTree>
    <p:extLst>
      <p:ext uri="{BB962C8B-B14F-4D97-AF65-F5344CB8AC3E}">
        <p14:creationId xmlns:p14="http://schemas.microsoft.com/office/powerpoint/2010/main" val="2215022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animEffect transition="in" filter="fade">
                                      <p:cBhvr>
                                        <p:cTn id="7" dur="500"/>
                                        <p:tgtEl>
                                          <p:spTgt spid="8">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8">
                                            <p:txEl>
                                              <p:pRg st="1" end="1"/>
                                            </p:txEl>
                                          </p:spTgt>
                                        </p:tgtEl>
                                        <p:attrNameLst>
                                          <p:attrName>style.visibility</p:attrName>
                                        </p:attrNameLst>
                                      </p:cBhvr>
                                      <p:to>
                                        <p:strVal val="visible"/>
                                      </p:to>
                                    </p:set>
                                    <p:animEffect transition="in" filter="fade">
                                      <p:cBhvr>
                                        <p:cTn id="12" dur="500"/>
                                        <p:tgtEl>
                                          <p:spTgt spid="8">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6">
                                            <p:txEl>
                                              <p:pRg st="0" end="0"/>
                                            </p:txEl>
                                          </p:spTgt>
                                        </p:tgtEl>
                                        <p:attrNameLst>
                                          <p:attrName>style.visibility</p:attrName>
                                        </p:attrNameLst>
                                      </p:cBhvr>
                                      <p:to>
                                        <p:strVal val="visible"/>
                                      </p:to>
                                    </p:set>
                                    <p:animEffect transition="in" filter="fade">
                                      <p:cBhvr>
                                        <p:cTn id="17" dur="500"/>
                                        <p:tgtEl>
                                          <p:spTgt spid="6">
                                            <p:txEl>
                                              <p:pRg st="0" end="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6">
                                            <p:txEl>
                                              <p:pRg st="1" end="1"/>
                                            </p:txEl>
                                          </p:spTgt>
                                        </p:tgtEl>
                                        <p:attrNameLst>
                                          <p:attrName>style.visibility</p:attrName>
                                        </p:attrNameLst>
                                      </p:cBhvr>
                                      <p:to>
                                        <p:strVal val="visible"/>
                                      </p:to>
                                    </p:set>
                                    <p:animEffect transition="in" filter="fade">
                                      <p:cBhvr>
                                        <p:cTn id="22" dur="500"/>
                                        <p:tgtEl>
                                          <p:spTgt spid="6">
                                            <p:txEl>
                                              <p:pRg st="1" end="1"/>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6">
                                            <p:txEl>
                                              <p:pRg st="2" end="2"/>
                                            </p:txEl>
                                          </p:spTgt>
                                        </p:tgtEl>
                                        <p:attrNameLst>
                                          <p:attrName>style.visibility</p:attrName>
                                        </p:attrNameLst>
                                      </p:cBhvr>
                                      <p:to>
                                        <p:strVal val="visible"/>
                                      </p:to>
                                    </p:set>
                                    <p:animEffect transition="in" filter="fade">
                                      <p:cBhvr>
                                        <p:cTn id="27" dur="500"/>
                                        <p:tgtEl>
                                          <p:spTgt spid="6">
                                            <p:txEl>
                                              <p:pRg st="2" end="2"/>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10"/>
                                        </p:tgtEl>
                                        <p:attrNameLst>
                                          <p:attrName>style.visibility</p:attrName>
                                        </p:attrNameLst>
                                      </p:cBhvr>
                                      <p:to>
                                        <p:strVal val="visible"/>
                                      </p:to>
                                    </p:set>
                                    <p:animEffect transition="in" filter="fade">
                                      <p:cBhvr>
                                        <p:cTn id="32" dur="500"/>
                                        <p:tgtEl>
                                          <p:spTgt spid="10"/>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11"/>
                                        </p:tgtEl>
                                        <p:attrNameLst>
                                          <p:attrName>style.visibility</p:attrName>
                                        </p:attrNameLst>
                                      </p:cBhvr>
                                      <p:to>
                                        <p:strVal val="visible"/>
                                      </p:to>
                                    </p:set>
                                    <p:animEffect transition="in" filter="fade">
                                      <p:cBhvr>
                                        <p:cTn id="37" dur="500"/>
                                        <p:tgtEl>
                                          <p:spTgt spid="11"/>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12">
                                            <p:txEl>
                                              <p:pRg st="0" end="0"/>
                                            </p:txEl>
                                          </p:spTgt>
                                        </p:tgtEl>
                                        <p:attrNameLst>
                                          <p:attrName>style.visibility</p:attrName>
                                        </p:attrNameLst>
                                      </p:cBhvr>
                                      <p:to>
                                        <p:strVal val="visible"/>
                                      </p:to>
                                    </p:set>
                                    <p:animEffect transition="in" filter="fade">
                                      <p:cBhvr>
                                        <p:cTn id="42" dur="500"/>
                                        <p:tgtEl>
                                          <p:spTgt spid="12">
                                            <p:txEl>
                                              <p:pRg st="0" end="0"/>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12">
                                            <p:txEl>
                                              <p:pRg st="1" end="1"/>
                                            </p:txEl>
                                          </p:spTgt>
                                        </p:tgtEl>
                                        <p:attrNameLst>
                                          <p:attrName>style.visibility</p:attrName>
                                        </p:attrNameLst>
                                      </p:cBhvr>
                                      <p:to>
                                        <p:strVal val="visible"/>
                                      </p:to>
                                    </p:set>
                                    <p:animEffect transition="in" filter="fade">
                                      <p:cBhvr>
                                        <p:cTn id="47" dur="500"/>
                                        <p:tgtEl>
                                          <p:spTgt spid="12">
                                            <p:txEl>
                                              <p:pRg st="1" end="1"/>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grpId="0" nodeType="clickEffect">
                                  <p:stCondLst>
                                    <p:cond delay="0"/>
                                  </p:stCondLst>
                                  <p:childTnLst>
                                    <p:set>
                                      <p:cBhvr>
                                        <p:cTn id="51" dur="1" fill="hold">
                                          <p:stCondLst>
                                            <p:cond delay="0"/>
                                          </p:stCondLst>
                                        </p:cTn>
                                        <p:tgtEl>
                                          <p:spTgt spid="12">
                                            <p:txEl>
                                              <p:pRg st="2" end="2"/>
                                            </p:txEl>
                                          </p:spTgt>
                                        </p:tgtEl>
                                        <p:attrNameLst>
                                          <p:attrName>style.visibility</p:attrName>
                                        </p:attrNameLst>
                                      </p:cBhvr>
                                      <p:to>
                                        <p:strVal val="visible"/>
                                      </p:to>
                                    </p:set>
                                    <p:animEffect transition="in" filter="fade">
                                      <p:cBhvr>
                                        <p:cTn id="52" dur="500"/>
                                        <p:tgtEl>
                                          <p:spTgt spid="12">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P spid="8" grpId="0" build="p"/>
      <p:bldP spid="11" grpId="0"/>
      <p:bldP spid="12"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78CAC4-154B-17C1-0B30-3AD92531F594}"/>
              </a:ext>
            </a:extLst>
          </p:cNvPr>
          <p:cNvSpPr>
            <a:spLocks noGrp="1"/>
          </p:cNvSpPr>
          <p:nvPr>
            <p:ph type="title"/>
          </p:nvPr>
        </p:nvSpPr>
        <p:spPr/>
        <p:txBody>
          <a:bodyPr/>
          <a:lstStyle/>
          <a:p>
            <a:r>
              <a:rPr lang="en-US" dirty="0">
                <a:latin typeface="Gill Sans MT" panose="020B0502020104020203" pitchFamily="34" charset="0"/>
              </a:rPr>
              <a:t>Types of Service Innovations</a:t>
            </a:r>
          </a:p>
        </p:txBody>
      </p:sp>
      <p:sp>
        <p:nvSpPr>
          <p:cNvPr id="3" name="Text Placeholder 2">
            <a:extLst>
              <a:ext uri="{FF2B5EF4-FFF2-40B4-BE49-F238E27FC236}">
                <a16:creationId xmlns:a16="http://schemas.microsoft.com/office/drawing/2014/main" id="{8B4824AD-83DC-EE84-3CB5-BD2320B5FE89}"/>
              </a:ext>
            </a:extLst>
          </p:cNvPr>
          <p:cNvSpPr>
            <a:spLocks noGrp="1"/>
          </p:cNvSpPr>
          <p:nvPr>
            <p:ph type="body" idx="1"/>
          </p:nvPr>
        </p:nvSpPr>
        <p:spPr/>
        <p:txBody>
          <a:bodyPr/>
          <a:lstStyle/>
          <a:p>
            <a:r>
              <a:rPr lang="en-US" dirty="0">
                <a:latin typeface="Gill Sans MT" panose="020B0502020104020203" pitchFamily="34" charset="0"/>
              </a:rPr>
              <a:t>We will review several types of service innovations.</a:t>
            </a:r>
          </a:p>
        </p:txBody>
      </p:sp>
    </p:spTree>
    <p:extLst>
      <p:ext uri="{BB962C8B-B14F-4D97-AF65-F5344CB8AC3E}">
        <p14:creationId xmlns:p14="http://schemas.microsoft.com/office/powerpoint/2010/main" val="40486423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F815E232-45C9-1142-B84F-FD0CE83D9488}"/>
              </a:ext>
            </a:extLst>
          </p:cNvPr>
          <p:cNvSpPr>
            <a:spLocks noGrp="1"/>
          </p:cNvSpPr>
          <p:nvPr>
            <p:ph type="title"/>
          </p:nvPr>
        </p:nvSpPr>
        <p:spPr>
          <a:xfrm>
            <a:off x="814137" y="227970"/>
            <a:ext cx="10563726" cy="1143000"/>
          </a:xfrm>
        </p:spPr>
        <p:txBody>
          <a:bodyPr/>
          <a:lstStyle/>
          <a:p>
            <a:pPr algn="ctr"/>
            <a:r>
              <a:rPr lang="en-US" altLang="en-US" b="1" dirty="0">
                <a:solidFill>
                  <a:srgbClr val="0B5395"/>
                </a:solidFill>
                <a:latin typeface="Garamond" panose="02020404030301010803" pitchFamily="18" charset="0"/>
              </a:rPr>
              <a:t>Service Offering Innovation</a:t>
            </a:r>
          </a:p>
        </p:txBody>
      </p:sp>
      <p:sp>
        <p:nvSpPr>
          <p:cNvPr id="2" name="Content Placeholder 2">
            <a:extLst>
              <a:ext uri="{FF2B5EF4-FFF2-40B4-BE49-F238E27FC236}">
                <a16:creationId xmlns:a16="http://schemas.microsoft.com/office/drawing/2014/main" id="{100BD9E0-E9BB-77EF-84B3-0AF0680374E6}"/>
              </a:ext>
            </a:extLst>
          </p:cNvPr>
          <p:cNvSpPr txBox="1">
            <a:spLocks/>
          </p:cNvSpPr>
          <p:nvPr/>
        </p:nvSpPr>
        <p:spPr>
          <a:xfrm>
            <a:off x="914400" y="1860964"/>
            <a:ext cx="10563726" cy="3798632"/>
          </a:xfrm>
          <a:prstGeom prst="rect">
            <a:avLst/>
          </a:prstGeom>
        </p:spPr>
        <p:txBody>
          <a:bodyPr>
            <a:noAutofit/>
          </a:bodyPr>
          <a:lstStyle>
            <a:lvl1pPr marL="228600" indent="-228600" algn="l" defTabSz="914400" rtl="0" eaLnBrk="1" latinLnBrk="0" hangingPunct="1">
              <a:lnSpc>
                <a:spcPct val="90000"/>
              </a:lnSpc>
              <a:spcBef>
                <a:spcPts val="1800"/>
              </a:spcBef>
              <a:buClr>
                <a:schemeClr val="accent1">
                  <a:lumMod val="75000"/>
                </a:schemeClr>
              </a:buClr>
              <a:buSzPct val="100000"/>
              <a:buFont typeface="Arial" pitchFamily="34" charset="0"/>
              <a:buChar char="▪"/>
              <a:defRPr sz="2000" kern="1200">
                <a:solidFill>
                  <a:schemeClr val="tx1"/>
                </a:solidFill>
                <a:latin typeface="+mn-lt"/>
                <a:ea typeface="+mn-ea"/>
                <a:cs typeface="+mn-cs"/>
              </a:defRPr>
            </a:lvl1pPr>
            <a:lvl2pPr marL="457200" indent="-182880" algn="l" defTabSz="914400" rtl="0" eaLnBrk="1" latinLnBrk="0" hangingPunct="1">
              <a:lnSpc>
                <a:spcPct val="90000"/>
              </a:lnSpc>
              <a:spcBef>
                <a:spcPts val="1200"/>
              </a:spcBef>
              <a:buClr>
                <a:schemeClr val="accent1">
                  <a:lumMod val="75000"/>
                </a:schemeClr>
              </a:buClr>
              <a:buSzPct val="100000"/>
              <a:buFont typeface="Arial" pitchFamily="34" charset="0"/>
              <a:buChar char="▪"/>
              <a:defRPr sz="1800" kern="1200">
                <a:solidFill>
                  <a:schemeClr val="tx1"/>
                </a:solidFill>
                <a:latin typeface="+mn-lt"/>
                <a:ea typeface="+mn-ea"/>
                <a:cs typeface="+mn-cs"/>
              </a:defRPr>
            </a:lvl2pPr>
            <a:lvl3pPr marL="685800" indent="-179388" algn="l" defTabSz="914400" rtl="0" eaLnBrk="1" latinLnBrk="0" hangingPunct="1">
              <a:lnSpc>
                <a:spcPct val="90000"/>
              </a:lnSpc>
              <a:spcBef>
                <a:spcPts val="800"/>
              </a:spcBef>
              <a:buClr>
                <a:schemeClr val="accent1">
                  <a:lumMod val="75000"/>
                </a:schemeClr>
              </a:buClr>
              <a:buSzPct val="100000"/>
              <a:buFont typeface="Arial" pitchFamily="34" charset="0"/>
              <a:buChar char="▪"/>
              <a:defRPr sz="1600" kern="1200">
                <a:solidFill>
                  <a:schemeClr val="tx1"/>
                </a:solidFill>
                <a:latin typeface="+mn-lt"/>
                <a:ea typeface="+mn-ea"/>
                <a:cs typeface="+mn-cs"/>
              </a:defRPr>
            </a:lvl3pPr>
            <a:lvl4pPr marL="914400" indent="-182880" algn="l" defTabSz="914400" rtl="0" eaLnBrk="1" latinLnBrk="0" hangingPunct="1">
              <a:lnSpc>
                <a:spcPct val="90000"/>
              </a:lnSpc>
              <a:spcBef>
                <a:spcPts val="8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4pPr>
            <a:lvl5pPr marL="1143000" indent="-179388" algn="l" defTabSz="914400" rtl="0" eaLnBrk="1" latinLnBrk="0" hangingPunct="1">
              <a:lnSpc>
                <a:spcPct val="90000"/>
              </a:lnSpc>
              <a:spcBef>
                <a:spcPts val="6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5pPr>
            <a:lvl6pPr marL="1371600" indent="-182880" algn="l" defTabSz="914400" rtl="0" eaLnBrk="1" latinLnBrk="0" hangingPunct="1">
              <a:lnSpc>
                <a:spcPct val="90000"/>
              </a:lnSpc>
              <a:spcBef>
                <a:spcPts val="6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6pPr>
            <a:lvl7pPr marL="1600200" indent="-179388" algn="l" defTabSz="914400" rtl="0" eaLnBrk="1" latinLnBrk="0" hangingPunct="1">
              <a:lnSpc>
                <a:spcPct val="90000"/>
              </a:lnSpc>
              <a:spcBef>
                <a:spcPts val="6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7pPr>
            <a:lvl8pPr marL="1828800" indent="-182880" algn="l" defTabSz="914400" rtl="0" eaLnBrk="1" latinLnBrk="0" hangingPunct="1">
              <a:lnSpc>
                <a:spcPct val="90000"/>
              </a:lnSpc>
              <a:spcBef>
                <a:spcPts val="6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8pPr>
            <a:lvl9pPr marL="1878012" indent="0" algn="l" defTabSz="914400" rtl="0" eaLnBrk="1" latinLnBrk="0" hangingPunct="1">
              <a:lnSpc>
                <a:spcPct val="90000"/>
              </a:lnSpc>
              <a:spcBef>
                <a:spcPts val="600"/>
              </a:spcBef>
              <a:buClr>
                <a:schemeClr val="accent1">
                  <a:lumMod val="75000"/>
                </a:schemeClr>
              </a:buClr>
              <a:buSzPct val="100000"/>
              <a:buFont typeface="Arial" pitchFamily="34" charset="0"/>
              <a:buNone/>
              <a:defRPr sz="1400" kern="1200">
                <a:solidFill>
                  <a:schemeClr val="tx1"/>
                </a:solidFill>
                <a:latin typeface="+mn-lt"/>
                <a:ea typeface="+mn-ea"/>
                <a:cs typeface="+mn-cs"/>
              </a:defRPr>
            </a:lvl9pPr>
          </a:lstStyle>
          <a:p>
            <a:pPr marL="0" indent="0">
              <a:buNone/>
            </a:pPr>
            <a:r>
              <a:rPr lang="en-US" altLang="en-US" sz="2800" b="1" u="sng" dirty="0">
                <a:latin typeface="Garamond" panose="02020404030301010803" pitchFamily="18" charset="0"/>
              </a:rPr>
              <a:t>Major or Radical Innovations</a:t>
            </a:r>
            <a:endParaRPr lang="en-US" sz="2800" b="1" u="sng" dirty="0">
              <a:latin typeface="Garamond" panose="02020404030301010803" pitchFamily="18" charset="0"/>
            </a:endParaRPr>
          </a:p>
          <a:p>
            <a:pPr>
              <a:buFont typeface="Arial" panose="020B0604020202020204" pitchFamily="34" charset="0"/>
              <a:buChar char="•"/>
            </a:pPr>
            <a:r>
              <a:rPr lang="en-US" sz="2800" dirty="0">
                <a:latin typeface="Garamond" panose="02020404030301010803" pitchFamily="18" charset="0"/>
              </a:rPr>
              <a:t>New services for markets that have not yet been defined.</a:t>
            </a:r>
          </a:p>
          <a:p>
            <a:pPr>
              <a:buFont typeface="Arial" panose="020B0604020202020204" pitchFamily="34" charset="0"/>
              <a:buChar char="•"/>
            </a:pPr>
            <a:r>
              <a:rPr lang="en-US" sz="2800" dirty="0">
                <a:latin typeface="Garamond" panose="02020404030301010803" pitchFamily="18" charset="0"/>
              </a:rPr>
              <a:t>Example: Amazon’s introduction of same-day and two-day delivery.</a:t>
            </a:r>
          </a:p>
          <a:p>
            <a:pPr>
              <a:buFont typeface="Arial" panose="020B0604020202020204" pitchFamily="34" charset="0"/>
              <a:buChar char="•"/>
            </a:pPr>
            <a:r>
              <a:rPr lang="en-US" sz="2800" dirty="0">
                <a:latin typeface="Garamond" panose="02020404030301010803" pitchFamily="18" charset="0"/>
              </a:rPr>
              <a:t>Often these major innovations create brand new markets. </a:t>
            </a:r>
          </a:p>
        </p:txBody>
      </p:sp>
      <p:pic>
        <p:nvPicPr>
          <p:cNvPr id="3" name="Picture 2" descr="Amazon Logo and symbol, meaning, history, PNG, brand">
            <a:extLst>
              <a:ext uri="{FF2B5EF4-FFF2-40B4-BE49-F238E27FC236}">
                <a16:creationId xmlns:a16="http://schemas.microsoft.com/office/drawing/2014/main" id="{8A3F73DD-6920-8D9F-2C84-84DB5DB6E29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92939" y="4228923"/>
            <a:ext cx="2870200" cy="1788822"/>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descr="Facebook Zero - Wikipedia">
            <a:extLst>
              <a:ext uri="{FF2B5EF4-FFF2-40B4-BE49-F238E27FC236}">
                <a16:creationId xmlns:a16="http://schemas.microsoft.com/office/drawing/2014/main" id="{DA867B8E-B83C-B235-AE6E-C09782CC5BB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883342" y="4519780"/>
            <a:ext cx="3972864" cy="149796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868029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F815E232-45C9-1142-B84F-FD0CE83D9488}"/>
              </a:ext>
            </a:extLst>
          </p:cNvPr>
          <p:cNvSpPr>
            <a:spLocks noGrp="1"/>
          </p:cNvSpPr>
          <p:nvPr>
            <p:ph type="title"/>
          </p:nvPr>
        </p:nvSpPr>
        <p:spPr>
          <a:xfrm>
            <a:off x="814137" y="227970"/>
            <a:ext cx="10563726" cy="1143000"/>
          </a:xfrm>
        </p:spPr>
        <p:txBody>
          <a:bodyPr/>
          <a:lstStyle/>
          <a:p>
            <a:pPr algn="ctr"/>
            <a:r>
              <a:rPr lang="en-US" altLang="en-US" b="1" dirty="0">
                <a:solidFill>
                  <a:srgbClr val="0B5395"/>
                </a:solidFill>
                <a:latin typeface="Garamond" panose="02020404030301010803" pitchFamily="18" charset="0"/>
              </a:rPr>
              <a:t>Service Offering Innovation</a:t>
            </a:r>
          </a:p>
        </p:txBody>
      </p:sp>
      <p:sp>
        <p:nvSpPr>
          <p:cNvPr id="2" name="Content Placeholder 2">
            <a:extLst>
              <a:ext uri="{FF2B5EF4-FFF2-40B4-BE49-F238E27FC236}">
                <a16:creationId xmlns:a16="http://schemas.microsoft.com/office/drawing/2014/main" id="{100BD9E0-E9BB-77EF-84B3-0AF0680374E6}"/>
              </a:ext>
            </a:extLst>
          </p:cNvPr>
          <p:cNvSpPr txBox="1">
            <a:spLocks/>
          </p:cNvSpPr>
          <p:nvPr/>
        </p:nvSpPr>
        <p:spPr>
          <a:xfrm>
            <a:off x="914401" y="1529684"/>
            <a:ext cx="5181599" cy="3798632"/>
          </a:xfrm>
          <a:prstGeom prst="rect">
            <a:avLst/>
          </a:prstGeom>
        </p:spPr>
        <p:txBody>
          <a:bodyPr>
            <a:noAutofit/>
          </a:bodyPr>
          <a:lstStyle>
            <a:lvl1pPr marL="228600" indent="-228600" algn="l" defTabSz="914400" rtl="0" eaLnBrk="1" latinLnBrk="0" hangingPunct="1">
              <a:lnSpc>
                <a:spcPct val="90000"/>
              </a:lnSpc>
              <a:spcBef>
                <a:spcPts val="1800"/>
              </a:spcBef>
              <a:buClr>
                <a:schemeClr val="accent1">
                  <a:lumMod val="75000"/>
                </a:schemeClr>
              </a:buClr>
              <a:buSzPct val="100000"/>
              <a:buFont typeface="Arial" pitchFamily="34" charset="0"/>
              <a:buChar char="▪"/>
              <a:defRPr sz="2000" kern="1200">
                <a:solidFill>
                  <a:schemeClr val="tx1"/>
                </a:solidFill>
                <a:latin typeface="+mn-lt"/>
                <a:ea typeface="+mn-ea"/>
                <a:cs typeface="+mn-cs"/>
              </a:defRPr>
            </a:lvl1pPr>
            <a:lvl2pPr marL="457200" indent="-182880" algn="l" defTabSz="914400" rtl="0" eaLnBrk="1" latinLnBrk="0" hangingPunct="1">
              <a:lnSpc>
                <a:spcPct val="90000"/>
              </a:lnSpc>
              <a:spcBef>
                <a:spcPts val="1200"/>
              </a:spcBef>
              <a:buClr>
                <a:schemeClr val="accent1">
                  <a:lumMod val="75000"/>
                </a:schemeClr>
              </a:buClr>
              <a:buSzPct val="100000"/>
              <a:buFont typeface="Arial" pitchFamily="34" charset="0"/>
              <a:buChar char="▪"/>
              <a:defRPr sz="1800" kern="1200">
                <a:solidFill>
                  <a:schemeClr val="tx1"/>
                </a:solidFill>
                <a:latin typeface="+mn-lt"/>
                <a:ea typeface="+mn-ea"/>
                <a:cs typeface="+mn-cs"/>
              </a:defRPr>
            </a:lvl2pPr>
            <a:lvl3pPr marL="685800" indent="-179388" algn="l" defTabSz="914400" rtl="0" eaLnBrk="1" latinLnBrk="0" hangingPunct="1">
              <a:lnSpc>
                <a:spcPct val="90000"/>
              </a:lnSpc>
              <a:spcBef>
                <a:spcPts val="800"/>
              </a:spcBef>
              <a:buClr>
                <a:schemeClr val="accent1">
                  <a:lumMod val="75000"/>
                </a:schemeClr>
              </a:buClr>
              <a:buSzPct val="100000"/>
              <a:buFont typeface="Arial" pitchFamily="34" charset="0"/>
              <a:buChar char="▪"/>
              <a:defRPr sz="1600" kern="1200">
                <a:solidFill>
                  <a:schemeClr val="tx1"/>
                </a:solidFill>
                <a:latin typeface="+mn-lt"/>
                <a:ea typeface="+mn-ea"/>
                <a:cs typeface="+mn-cs"/>
              </a:defRPr>
            </a:lvl3pPr>
            <a:lvl4pPr marL="914400" indent="-182880" algn="l" defTabSz="914400" rtl="0" eaLnBrk="1" latinLnBrk="0" hangingPunct="1">
              <a:lnSpc>
                <a:spcPct val="90000"/>
              </a:lnSpc>
              <a:spcBef>
                <a:spcPts val="8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4pPr>
            <a:lvl5pPr marL="1143000" indent="-179388" algn="l" defTabSz="914400" rtl="0" eaLnBrk="1" latinLnBrk="0" hangingPunct="1">
              <a:lnSpc>
                <a:spcPct val="90000"/>
              </a:lnSpc>
              <a:spcBef>
                <a:spcPts val="6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5pPr>
            <a:lvl6pPr marL="1371600" indent="-182880" algn="l" defTabSz="914400" rtl="0" eaLnBrk="1" latinLnBrk="0" hangingPunct="1">
              <a:lnSpc>
                <a:spcPct val="90000"/>
              </a:lnSpc>
              <a:spcBef>
                <a:spcPts val="6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6pPr>
            <a:lvl7pPr marL="1600200" indent="-179388" algn="l" defTabSz="914400" rtl="0" eaLnBrk="1" latinLnBrk="0" hangingPunct="1">
              <a:lnSpc>
                <a:spcPct val="90000"/>
              </a:lnSpc>
              <a:spcBef>
                <a:spcPts val="6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7pPr>
            <a:lvl8pPr marL="1828800" indent="-182880" algn="l" defTabSz="914400" rtl="0" eaLnBrk="1" latinLnBrk="0" hangingPunct="1">
              <a:lnSpc>
                <a:spcPct val="90000"/>
              </a:lnSpc>
              <a:spcBef>
                <a:spcPts val="6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8pPr>
            <a:lvl9pPr marL="1878012" indent="0" algn="l" defTabSz="914400" rtl="0" eaLnBrk="1" latinLnBrk="0" hangingPunct="1">
              <a:lnSpc>
                <a:spcPct val="90000"/>
              </a:lnSpc>
              <a:spcBef>
                <a:spcPts val="600"/>
              </a:spcBef>
              <a:buClr>
                <a:schemeClr val="accent1">
                  <a:lumMod val="75000"/>
                </a:schemeClr>
              </a:buClr>
              <a:buSzPct val="100000"/>
              <a:buFont typeface="Arial" pitchFamily="34" charset="0"/>
              <a:buNone/>
              <a:defRPr sz="1400" kern="1200">
                <a:solidFill>
                  <a:schemeClr val="tx1"/>
                </a:solidFill>
                <a:latin typeface="+mn-lt"/>
                <a:ea typeface="+mn-ea"/>
                <a:cs typeface="+mn-cs"/>
              </a:defRPr>
            </a:lvl9pPr>
          </a:lstStyle>
          <a:p>
            <a:pPr marL="0" indent="0">
              <a:buNone/>
            </a:pPr>
            <a:r>
              <a:rPr lang="en-US" altLang="en-US" sz="2800" b="1" u="sng" dirty="0">
                <a:latin typeface="Garamond" panose="02020404030301010803" pitchFamily="18" charset="0"/>
              </a:rPr>
              <a:t>New Services for the Currently Served Market</a:t>
            </a:r>
            <a:endParaRPr lang="en-US" sz="2800" b="1" u="sng" dirty="0">
              <a:latin typeface="Garamond" panose="02020404030301010803" pitchFamily="18" charset="0"/>
            </a:endParaRPr>
          </a:p>
          <a:p>
            <a:pPr>
              <a:buFont typeface="Arial" panose="020B0604020202020204" pitchFamily="34" charset="0"/>
              <a:buChar char="•"/>
            </a:pPr>
            <a:r>
              <a:rPr lang="en-US" sz="2400" dirty="0">
                <a:latin typeface="Garamond" panose="02020404030301010803" pitchFamily="18" charset="0"/>
              </a:rPr>
              <a:t>Attempts to offer existing customers of the organization a service not previously available from the company (though it may be available from other companies).</a:t>
            </a:r>
          </a:p>
          <a:p>
            <a:pPr>
              <a:buFont typeface="Arial" panose="020B0604020202020204" pitchFamily="34" charset="0"/>
              <a:buChar char="•"/>
            </a:pPr>
            <a:r>
              <a:rPr lang="en-US" sz="2400" dirty="0">
                <a:latin typeface="Garamond" panose="02020404030301010803" pitchFamily="18" charset="0"/>
              </a:rPr>
              <a:t>Sometimes this is a stand-alone service like PetSmart Hotels and other times this is an enhancement like health club offering nutrition classes.</a:t>
            </a:r>
          </a:p>
        </p:txBody>
      </p:sp>
      <p:pic>
        <p:nvPicPr>
          <p:cNvPr id="6" name="Picture 5">
            <a:extLst>
              <a:ext uri="{FF2B5EF4-FFF2-40B4-BE49-F238E27FC236}">
                <a16:creationId xmlns:a16="http://schemas.microsoft.com/office/drawing/2014/main" id="{F6BA005B-9B80-8082-CDCE-F8007DC81271}"/>
              </a:ext>
            </a:extLst>
          </p:cNvPr>
          <p:cNvPicPr>
            <a:picLocks noChangeAspect="1"/>
          </p:cNvPicPr>
          <p:nvPr/>
        </p:nvPicPr>
        <p:blipFill>
          <a:blip r:embed="rId3"/>
          <a:stretch>
            <a:fillRect/>
          </a:stretch>
        </p:blipFill>
        <p:spPr>
          <a:xfrm>
            <a:off x="6270231" y="1958542"/>
            <a:ext cx="6722092" cy="2940915"/>
          </a:xfrm>
          <a:prstGeom prst="rect">
            <a:avLst/>
          </a:prstGeom>
        </p:spPr>
      </p:pic>
    </p:spTree>
    <p:extLst>
      <p:ext uri="{BB962C8B-B14F-4D97-AF65-F5344CB8AC3E}">
        <p14:creationId xmlns:p14="http://schemas.microsoft.com/office/powerpoint/2010/main" val="24290724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8E1C7A-6541-D14E-7EA7-85D081584597}"/>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3C765603-D2DB-4A7F-0642-B9DD04BD6E9D}"/>
              </a:ext>
            </a:extLst>
          </p:cNvPr>
          <p:cNvSpPr>
            <a:spLocks noGrp="1"/>
          </p:cNvSpPr>
          <p:nvPr>
            <p:ph type="title"/>
          </p:nvPr>
        </p:nvSpPr>
        <p:spPr>
          <a:xfrm>
            <a:off x="814137" y="227970"/>
            <a:ext cx="10563726" cy="1143000"/>
          </a:xfrm>
        </p:spPr>
        <p:txBody>
          <a:bodyPr/>
          <a:lstStyle/>
          <a:p>
            <a:pPr algn="ctr"/>
            <a:r>
              <a:rPr lang="en-US" altLang="en-US" b="1" dirty="0">
                <a:solidFill>
                  <a:srgbClr val="0B5395"/>
                </a:solidFill>
                <a:latin typeface="Garamond" panose="02020404030301010803" pitchFamily="18" charset="0"/>
              </a:rPr>
              <a:t>Service Offering Innovation</a:t>
            </a:r>
          </a:p>
        </p:txBody>
      </p:sp>
      <p:sp>
        <p:nvSpPr>
          <p:cNvPr id="2" name="Content Placeholder 2">
            <a:extLst>
              <a:ext uri="{FF2B5EF4-FFF2-40B4-BE49-F238E27FC236}">
                <a16:creationId xmlns:a16="http://schemas.microsoft.com/office/drawing/2014/main" id="{7CDEB1D7-4279-0B62-6E41-222F9F08FA4C}"/>
              </a:ext>
            </a:extLst>
          </p:cNvPr>
          <p:cNvSpPr txBox="1">
            <a:spLocks/>
          </p:cNvSpPr>
          <p:nvPr/>
        </p:nvSpPr>
        <p:spPr>
          <a:xfrm>
            <a:off x="914401" y="1529684"/>
            <a:ext cx="10289893" cy="3798632"/>
          </a:xfrm>
          <a:prstGeom prst="rect">
            <a:avLst/>
          </a:prstGeom>
        </p:spPr>
        <p:txBody>
          <a:bodyPr>
            <a:noAutofit/>
          </a:bodyPr>
          <a:lstStyle>
            <a:lvl1pPr marL="228600" indent="-228600" algn="l" defTabSz="914400" rtl="0" eaLnBrk="1" latinLnBrk="0" hangingPunct="1">
              <a:lnSpc>
                <a:spcPct val="90000"/>
              </a:lnSpc>
              <a:spcBef>
                <a:spcPts val="1800"/>
              </a:spcBef>
              <a:buClr>
                <a:schemeClr val="accent1">
                  <a:lumMod val="75000"/>
                </a:schemeClr>
              </a:buClr>
              <a:buSzPct val="100000"/>
              <a:buFont typeface="Arial" pitchFamily="34" charset="0"/>
              <a:buChar char="▪"/>
              <a:defRPr sz="2000" kern="1200">
                <a:solidFill>
                  <a:schemeClr val="tx1"/>
                </a:solidFill>
                <a:latin typeface="+mn-lt"/>
                <a:ea typeface="+mn-ea"/>
                <a:cs typeface="+mn-cs"/>
              </a:defRPr>
            </a:lvl1pPr>
            <a:lvl2pPr marL="457200" indent="-182880" algn="l" defTabSz="914400" rtl="0" eaLnBrk="1" latinLnBrk="0" hangingPunct="1">
              <a:lnSpc>
                <a:spcPct val="90000"/>
              </a:lnSpc>
              <a:spcBef>
                <a:spcPts val="1200"/>
              </a:spcBef>
              <a:buClr>
                <a:schemeClr val="accent1">
                  <a:lumMod val="75000"/>
                </a:schemeClr>
              </a:buClr>
              <a:buSzPct val="100000"/>
              <a:buFont typeface="Arial" pitchFamily="34" charset="0"/>
              <a:buChar char="▪"/>
              <a:defRPr sz="1800" kern="1200">
                <a:solidFill>
                  <a:schemeClr val="tx1"/>
                </a:solidFill>
                <a:latin typeface="+mn-lt"/>
                <a:ea typeface="+mn-ea"/>
                <a:cs typeface="+mn-cs"/>
              </a:defRPr>
            </a:lvl2pPr>
            <a:lvl3pPr marL="685800" indent="-179388" algn="l" defTabSz="914400" rtl="0" eaLnBrk="1" latinLnBrk="0" hangingPunct="1">
              <a:lnSpc>
                <a:spcPct val="90000"/>
              </a:lnSpc>
              <a:spcBef>
                <a:spcPts val="800"/>
              </a:spcBef>
              <a:buClr>
                <a:schemeClr val="accent1">
                  <a:lumMod val="75000"/>
                </a:schemeClr>
              </a:buClr>
              <a:buSzPct val="100000"/>
              <a:buFont typeface="Arial" pitchFamily="34" charset="0"/>
              <a:buChar char="▪"/>
              <a:defRPr sz="1600" kern="1200">
                <a:solidFill>
                  <a:schemeClr val="tx1"/>
                </a:solidFill>
                <a:latin typeface="+mn-lt"/>
                <a:ea typeface="+mn-ea"/>
                <a:cs typeface="+mn-cs"/>
              </a:defRPr>
            </a:lvl3pPr>
            <a:lvl4pPr marL="914400" indent="-182880" algn="l" defTabSz="914400" rtl="0" eaLnBrk="1" latinLnBrk="0" hangingPunct="1">
              <a:lnSpc>
                <a:spcPct val="90000"/>
              </a:lnSpc>
              <a:spcBef>
                <a:spcPts val="8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4pPr>
            <a:lvl5pPr marL="1143000" indent="-179388" algn="l" defTabSz="914400" rtl="0" eaLnBrk="1" latinLnBrk="0" hangingPunct="1">
              <a:lnSpc>
                <a:spcPct val="90000"/>
              </a:lnSpc>
              <a:spcBef>
                <a:spcPts val="6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5pPr>
            <a:lvl6pPr marL="1371600" indent="-182880" algn="l" defTabSz="914400" rtl="0" eaLnBrk="1" latinLnBrk="0" hangingPunct="1">
              <a:lnSpc>
                <a:spcPct val="90000"/>
              </a:lnSpc>
              <a:spcBef>
                <a:spcPts val="6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6pPr>
            <a:lvl7pPr marL="1600200" indent="-179388" algn="l" defTabSz="914400" rtl="0" eaLnBrk="1" latinLnBrk="0" hangingPunct="1">
              <a:lnSpc>
                <a:spcPct val="90000"/>
              </a:lnSpc>
              <a:spcBef>
                <a:spcPts val="6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7pPr>
            <a:lvl8pPr marL="1828800" indent="-182880" algn="l" defTabSz="914400" rtl="0" eaLnBrk="1" latinLnBrk="0" hangingPunct="1">
              <a:lnSpc>
                <a:spcPct val="90000"/>
              </a:lnSpc>
              <a:spcBef>
                <a:spcPts val="6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8pPr>
            <a:lvl9pPr marL="1878012" indent="0" algn="l" defTabSz="914400" rtl="0" eaLnBrk="1" latinLnBrk="0" hangingPunct="1">
              <a:lnSpc>
                <a:spcPct val="90000"/>
              </a:lnSpc>
              <a:spcBef>
                <a:spcPts val="600"/>
              </a:spcBef>
              <a:buClr>
                <a:schemeClr val="accent1">
                  <a:lumMod val="75000"/>
                </a:schemeClr>
              </a:buClr>
              <a:buSzPct val="100000"/>
              <a:buFont typeface="Arial" pitchFamily="34" charset="0"/>
              <a:buNone/>
              <a:defRPr sz="1400" kern="1200">
                <a:solidFill>
                  <a:schemeClr val="tx1"/>
                </a:solidFill>
                <a:latin typeface="+mn-lt"/>
                <a:ea typeface="+mn-ea"/>
                <a:cs typeface="+mn-cs"/>
              </a:defRPr>
            </a:lvl9pPr>
          </a:lstStyle>
          <a:p>
            <a:pPr marL="0" indent="0">
              <a:buNone/>
            </a:pPr>
            <a:r>
              <a:rPr lang="en-US" altLang="en-US" sz="2800" b="1" u="sng" dirty="0">
                <a:latin typeface="Garamond" panose="02020404030301010803" pitchFamily="18" charset="0"/>
              </a:rPr>
              <a:t>New Services for the Currently Served Market</a:t>
            </a:r>
            <a:endParaRPr lang="en-US" sz="2800" b="1" u="sng" dirty="0">
              <a:latin typeface="Garamond" panose="02020404030301010803" pitchFamily="18" charset="0"/>
            </a:endParaRPr>
          </a:p>
          <a:p>
            <a:pPr>
              <a:buFont typeface="Arial" panose="020B0604020202020204" pitchFamily="34" charset="0"/>
              <a:buChar char="•"/>
            </a:pPr>
            <a:r>
              <a:rPr lang="en-US" sz="2400" dirty="0">
                <a:latin typeface="Garamond" panose="02020404030301010803" pitchFamily="18" charset="0"/>
              </a:rPr>
              <a:t>Free wireless broadband by Starbucks</a:t>
            </a:r>
          </a:p>
          <a:p>
            <a:pPr>
              <a:buFont typeface="Arial" panose="020B0604020202020204" pitchFamily="34" charset="0"/>
              <a:buChar char="•"/>
            </a:pPr>
            <a:r>
              <a:rPr lang="en-IN" sz="2400" dirty="0"/>
              <a:t>Package pickup and return counters inside Walgreens</a:t>
            </a:r>
          </a:p>
          <a:p>
            <a:pPr>
              <a:buFont typeface="Arial" panose="020B0604020202020204" pitchFamily="34" charset="0"/>
              <a:buChar char="•"/>
            </a:pPr>
            <a:r>
              <a:rPr lang="en-IN" sz="2400" dirty="0">
                <a:latin typeface="Garamond" panose="02020404030301010803" pitchFamily="18" charset="0"/>
              </a:rPr>
              <a:t>Capital One moving into Capital One Cafe</a:t>
            </a:r>
            <a:endParaRPr lang="en-US" sz="2400" dirty="0">
              <a:latin typeface="Garamond" panose="02020404030301010803" pitchFamily="18" charset="0"/>
            </a:endParaRPr>
          </a:p>
        </p:txBody>
      </p:sp>
      <p:pic>
        <p:nvPicPr>
          <p:cNvPr id="5" name="Picture 4">
            <a:extLst>
              <a:ext uri="{FF2B5EF4-FFF2-40B4-BE49-F238E27FC236}">
                <a16:creationId xmlns:a16="http://schemas.microsoft.com/office/drawing/2014/main" id="{5E411B4D-F8F9-D360-4806-61FD77F752DF}"/>
              </a:ext>
            </a:extLst>
          </p:cNvPr>
          <p:cNvPicPr>
            <a:picLocks noChangeAspect="1"/>
          </p:cNvPicPr>
          <p:nvPr/>
        </p:nvPicPr>
        <p:blipFill>
          <a:blip r:embed="rId3"/>
          <a:stretch>
            <a:fillRect/>
          </a:stretch>
        </p:blipFill>
        <p:spPr>
          <a:xfrm>
            <a:off x="6897953" y="3630465"/>
            <a:ext cx="4692723" cy="2467591"/>
          </a:xfrm>
          <a:prstGeom prst="rect">
            <a:avLst/>
          </a:prstGeom>
        </p:spPr>
      </p:pic>
    </p:spTree>
    <p:extLst>
      <p:ext uri="{BB962C8B-B14F-4D97-AF65-F5344CB8AC3E}">
        <p14:creationId xmlns:p14="http://schemas.microsoft.com/office/powerpoint/2010/main" val="13465336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F815E232-45C9-1142-B84F-FD0CE83D9488}"/>
              </a:ext>
            </a:extLst>
          </p:cNvPr>
          <p:cNvSpPr>
            <a:spLocks noGrp="1"/>
          </p:cNvSpPr>
          <p:nvPr>
            <p:ph type="title"/>
          </p:nvPr>
        </p:nvSpPr>
        <p:spPr>
          <a:xfrm>
            <a:off x="814137" y="227970"/>
            <a:ext cx="10563726" cy="1143000"/>
          </a:xfrm>
        </p:spPr>
        <p:txBody>
          <a:bodyPr/>
          <a:lstStyle/>
          <a:p>
            <a:pPr algn="ctr"/>
            <a:r>
              <a:rPr lang="en-US" altLang="en-US" b="1" dirty="0">
                <a:solidFill>
                  <a:srgbClr val="0B5395"/>
                </a:solidFill>
                <a:latin typeface="Garamond" panose="02020404030301010803" pitchFamily="18" charset="0"/>
              </a:rPr>
              <a:t>Service Offering Innovation</a:t>
            </a:r>
          </a:p>
        </p:txBody>
      </p:sp>
      <p:sp>
        <p:nvSpPr>
          <p:cNvPr id="2" name="Content Placeholder 2">
            <a:extLst>
              <a:ext uri="{FF2B5EF4-FFF2-40B4-BE49-F238E27FC236}">
                <a16:creationId xmlns:a16="http://schemas.microsoft.com/office/drawing/2014/main" id="{100BD9E0-E9BB-77EF-84B3-0AF0680374E6}"/>
              </a:ext>
            </a:extLst>
          </p:cNvPr>
          <p:cNvSpPr txBox="1">
            <a:spLocks/>
          </p:cNvSpPr>
          <p:nvPr/>
        </p:nvSpPr>
        <p:spPr>
          <a:xfrm>
            <a:off x="914400" y="1860964"/>
            <a:ext cx="3746810" cy="3798632"/>
          </a:xfrm>
          <a:prstGeom prst="rect">
            <a:avLst/>
          </a:prstGeom>
        </p:spPr>
        <p:txBody>
          <a:bodyPr>
            <a:noAutofit/>
          </a:bodyPr>
          <a:lstStyle>
            <a:lvl1pPr marL="228600" indent="-228600" algn="l" defTabSz="914400" rtl="0" eaLnBrk="1" latinLnBrk="0" hangingPunct="1">
              <a:lnSpc>
                <a:spcPct val="90000"/>
              </a:lnSpc>
              <a:spcBef>
                <a:spcPts val="1800"/>
              </a:spcBef>
              <a:buClr>
                <a:schemeClr val="accent1">
                  <a:lumMod val="75000"/>
                </a:schemeClr>
              </a:buClr>
              <a:buSzPct val="100000"/>
              <a:buFont typeface="Arial" pitchFamily="34" charset="0"/>
              <a:buChar char="▪"/>
              <a:defRPr sz="2000" kern="1200">
                <a:solidFill>
                  <a:schemeClr val="tx1"/>
                </a:solidFill>
                <a:latin typeface="+mn-lt"/>
                <a:ea typeface="+mn-ea"/>
                <a:cs typeface="+mn-cs"/>
              </a:defRPr>
            </a:lvl1pPr>
            <a:lvl2pPr marL="457200" indent="-182880" algn="l" defTabSz="914400" rtl="0" eaLnBrk="1" latinLnBrk="0" hangingPunct="1">
              <a:lnSpc>
                <a:spcPct val="90000"/>
              </a:lnSpc>
              <a:spcBef>
                <a:spcPts val="1200"/>
              </a:spcBef>
              <a:buClr>
                <a:schemeClr val="accent1">
                  <a:lumMod val="75000"/>
                </a:schemeClr>
              </a:buClr>
              <a:buSzPct val="100000"/>
              <a:buFont typeface="Arial" pitchFamily="34" charset="0"/>
              <a:buChar char="▪"/>
              <a:defRPr sz="1800" kern="1200">
                <a:solidFill>
                  <a:schemeClr val="tx1"/>
                </a:solidFill>
                <a:latin typeface="+mn-lt"/>
                <a:ea typeface="+mn-ea"/>
                <a:cs typeface="+mn-cs"/>
              </a:defRPr>
            </a:lvl2pPr>
            <a:lvl3pPr marL="685800" indent="-179388" algn="l" defTabSz="914400" rtl="0" eaLnBrk="1" latinLnBrk="0" hangingPunct="1">
              <a:lnSpc>
                <a:spcPct val="90000"/>
              </a:lnSpc>
              <a:spcBef>
                <a:spcPts val="800"/>
              </a:spcBef>
              <a:buClr>
                <a:schemeClr val="accent1">
                  <a:lumMod val="75000"/>
                </a:schemeClr>
              </a:buClr>
              <a:buSzPct val="100000"/>
              <a:buFont typeface="Arial" pitchFamily="34" charset="0"/>
              <a:buChar char="▪"/>
              <a:defRPr sz="1600" kern="1200">
                <a:solidFill>
                  <a:schemeClr val="tx1"/>
                </a:solidFill>
                <a:latin typeface="+mn-lt"/>
                <a:ea typeface="+mn-ea"/>
                <a:cs typeface="+mn-cs"/>
              </a:defRPr>
            </a:lvl3pPr>
            <a:lvl4pPr marL="914400" indent="-182880" algn="l" defTabSz="914400" rtl="0" eaLnBrk="1" latinLnBrk="0" hangingPunct="1">
              <a:lnSpc>
                <a:spcPct val="90000"/>
              </a:lnSpc>
              <a:spcBef>
                <a:spcPts val="8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4pPr>
            <a:lvl5pPr marL="1143000" indent="-179388" algn="l" defTabSz="914400" rtl="0" eaLnBrk="1" latinLnBrk="0" hangingPunct="1">
              <a:lnSpc>
                <a:spcPct val="90000"/>
              </a:lnSpc>
              <a:spcBef>
                <a:spcPts val="6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5pPr>
            <a:lvl6pPr marL="1371600" indent="-182880" algn="l" defTabSz="914400" rtl="0" eaLnBrk="1" latinLnBrk="0" hangingPunct="1">
              <a:lnSpc>
                <a:spcPct val="90000"/>
              </a:lnSpc>
              <a:spcBef>
                <a:spcPts val="6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6pPr>
            <a:lvl7pPr marL="1600200" indent="-179388" algn="l" defTabSz="914400" rtl="0" eaLnBrk="1" latinLnBrk="0" hangingPunct="1">
              <a:lnSpc>
                <a:spcPct val="90000"/>
              </a:lnSpc>
              <a:spcBef>
                <a:spcPts val="6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7pPr>
            <a:lvl8pPr marL="1828800" indent="-182880" algn="l" defTabSz="914400" rtl="0" eaLnBrk="1" latinLnBrk="0" hangingPunct="1">
              <a:lnSpc>
                <a:spcPct val="90000"/>
              </a:lnSpc>
              <a:spcBef>
                <a:spcPts val="6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8pPr>
            <a:lvl9pPr marL="1878012" indent="0" algn="l" defTabSz="914400" rtl="0" eaLnBrk="1" latinLnBrk="0" hangingPunct="1">
              <a:lnSpc>
                <a:spcPct val="90000"/>
              </a:lnSpc>
              <a:spcBef>
                <a:spcPts val="600"/>
              </a:spcBef>
              <a:buClr>
                <a:schemeClr val="accent1">
                  <a:lumMod val="75000"/>
                </a:schemeClr>
              </a:buClr>
              <a:buSzPct val="100000"/>
              <a:buFont typeface="Arial" pitchFamily="34" charset="0"/>
              <a:buNone/>
              <a:defRPr sz="1400" kern="1200">
                <a:solidFill>
                  <a:schemeClr val="tx1"/>
                </a:solidFill>
                <a:latin typeface="+mn-lt"/>
                <a:ea typeface="+mn-ea"/>
                <a:cs typeface="+mn-cs"/>
              </a:defRPr>
            </a:lvl9pPr>
          </a:lstStyle>
          <a:p>
            <a:pPr marL="0" indent="0">
              <a:buNone/>
            </a:pPr>
            <a:r>
              <a:rPr lang="en-US" altLang="en-US" sz="2800" b="1" u="sng" dirty="0">
                <a:latin typeface="Garamond" panose="02020404030301010803" pitchFamily="18" charset="0"/>
              </a:rPr>
              <a:t>Service-line Extensions</a:t>
            </a:r>
            <a:endParaRPr lang="en-US" sz="2800" u="sng" dirty="0">
              <a:latin typeface="Garamond" panose="02020404030301010803" pitchFamily="18" charset="0"/>
            </a:endParaRPr>
          </a:p>
          <a:p>
            <a:pPr>
              <a:buFont typeface="Arial" panose="020B0604020202020204" pitchFamily="34" charset="0"/>
              <a:buChar char="•"/>
            </a:pPr>
            <a:r>
              <a:rPr lang="en-US" sz="2800" dirty="0">
                <a:latin typeface="Garamond" panose="02020404030301010803" pitchFamily="18" charset="0"/>
              </a:rPr>
              <a:t>Augmentations of the existing service line.</a:t>
            </a:r>
          </a:p>
          <a:p>
            <a:pPr lvl="1">
              <a:buFont typeface="Arial" panose="020B0604020202020204" pitchFamily="34" charset="0"/>
              <a:buChar char="•"/>
            </a:pPr>
            <a:r>
              <a:rPr lang="en-US" sz="2600" dirty="0">
                <a:latin typeface="Garamond" panose="02020404030301010803" pitchFamily="18" charset="0"/>
              </a:rPr>
              <a:t>Example: new menu items in restaurants; new routes on flights</a:t>
            </a:r>
          </a:p>
        </p:txBody>
      </p:sp>
      <p:pic>
        <p:nvPicPr>
          <p:cNvPr id="2050" name="Picture 2" descr="IndiGo Airlines Offer, Enjoy New Flight Routes with IndiGo">
            <a:extLst>
              <a:ext uri="{FF2B5EF4-FFF2-40B4-BE49-F238E27FC236}">
                <a16:creationId xmlns:a16="http://schemas.microsoft.com/office/drawing/2014/main" id="{749333AA-4AF3-6379-B635-6FC946D533A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575288" y="1912159"/>
            <a:ext cx="2982188" cy="3088379"/>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2">
            <a:extLst>
              <a:ext uri="{FF2B5EF4-FFF2-40B4-BE49-F238E27FC236}">
                <a16:creationId xmlns:a16="http://schemas.microsoft.com/office/drawing/2014/main" id="{5CE61582-FAFB-BF7A-4F1F-7F02AA23927C}"/>
              </a:ext>
            </a:extLst>
          </p:cNvPr>
          <p:cNvPicPr>
            <a:picLocks noChangeAspect="1"/>
          </p:cNvPicPr>
          <p:nvPr/>
        </p:nvPicPr>
        <p:blipFill>
          <a:blip r:embed="rId4"/>
          <a:stretch>
            <a:fillRect/>
          </a:stretch>
        </p:blipFill>
        <p:spPr>
          <a:xfrm>
            <a:off x="5330282" y="1912159"/>
            <a:ext cx="3088379" cy="3088379"/>
          </a:xfrm>
          <a:prstGeom prst="rect">
            <a:avLst/>
          </a:prstGeom>
        </p:spPr>
      </p:pic>
    </p:spTree>
    <p:extLst>
      <p:ext uri="{BB962C8B-B14F-4D97-AF65-F5344CB8AC3E}">
        <p14:creationId xmlns:p14="http://schemas.microsoft.com/office/powerpoint/2010/main" val="27267429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F815E232-45C9-1142-B84F-FD0CE83D9488}"/>
              </a:ext>
            </a:extLst>
          </p:cNvPr>
          <p:cNvSpPr>
            <a:spLocks noGrp="1"/>
          </p:cNvSpPr>
          <p:nvPr>
            <p:ph type="title"/>
          </p:nvPr>
        </p:nvSpPr>
        <p:spPr>
          <a:xfrm>
            <a:off x="814137" y="227970"/>
            <a:ext cx="10563726" cy="1143000"/>
          </a:xfrm>
        </p:spPr>
        <p:txBody>
          <a:bodyPr/>
          <a:lstStyle/>
          <a:p>
            <a:pPr algn="ctr"/>
            <a:r>
              <a:rPr lang="en-US" altLang="en-US" b="1" dirty="0">
                <a:solidFill>
                  <a:srgbClr val="0B5395"/>
                </a:solidFill>
                <a:latin typeface="Garamond" panose="02020404030301010803" pitchFamily="18" charset="0"/>
              </a:rPr>
              <a:t>Service Offering Innovation</a:t>
            </a:r>
          </a:p>
        </p:txBody>
      </p:sp>
      <p:sp>
        <p:nvSpPr>
          <p:cNvPr id="2" name="Content Placeholder 2">
            <a:extLst>
              <a:ext uri="{FF2B5EF4-FFF2-40B4-BE49-F238E27FC236}">
                <a16:creationId xmlns:a16="http://schemas.microsoft.com/office/drawing/2014/main" id="{100BD9E0-E9BB-77EF-84B3-0AF0680374E6}"/>
              </a:ext>
            </a:extLst>
          </p:cNvPr>
          <p:cNvSpPr txBox="1">
            <a:spLocks/>
          </p:cNvSpPr>
          <p:nvPr/>
        </p:nvSpPr>
        <p:spPr>
          <a:xfrm>
            <a:off x="914399" y="1756861"/>
            <a:ext cx="5510463" cy="4252531"/>
          </a:xfrm>
          <a:prstGeom prst="rect">
            <a:avLst/>
          </a:prstGeom>
        </p:spPr>
        <p:txBody>
          <a:bodyPr>
            <a:noAutofit/>
          </a:bodyPr>
          <a:lstStyle>
            <a:lvl1pPr marL="228600" indent="-228600" algn="l" defTabSz="914400" rtl="0" eaLnBrk="1" latinLnBrk="0" hangingPunct="1">
              <a:lnSpc>
                <a:spcPct val="90000"/>
              </a:lnSpc>
              <a:spcBef>
                <a:spcPts val="1800"/>
              </a:spcBef>
              <a:buClr>
                <a:schemeClr val="accent1">
                  <a:lumMod val="75000"/>
                </a:schemeClr>
              </a:buClr>
              <a:buSzPct val="100000"/>
              <a:buFont typeface="Arial" pitchFamily="34" charset="0"/>
              <a:buChar char="▪"/>
              <a:defRPr sz="2000" kern="1200">
                <a:solidFill>
                  <a:schemeClr val="tx1"/>
                </a:solidFill>
                <a:latin typeface="+mn-lt"/>
                <a:ea typeface="+mn-ea"/>
                <a:cs typeface="+mn-cs"/>
              </a:defRPr>
            </a:lvl1pPr>
            <a:lvl2pPr marL="457200" indent="-182880" algn="l" defTabSz="914400" rtl="0" eaLnBrk="1" latinLnBrk="0" hangingPunct="1">
              <a:lnSpc>
                <a:spcPct val="90000"/>
              </a:lnSpc>
              <a:spcBef>
                <a:spcPts val="1200"/>
              </a:spcBef>
              <a:buClr>
                <a:schemeClr val="accent1">
                  <a:lumMod val="75000"/>
                </a:schemeClr>
              </a:buClr>
              <a:buSzPct val="100000"/>
              <a:buFont typeface="Arial" pitchFamily="34" charset="0"/>
              <a:buChar char="▪"/>
              <a:defRPr sz="1800" kern="1200">
                <a:solidFill>
                  <a:schemeClr val="tx1"/>
                </a:solidFill>
                <a:latin typeface="+mn-lt"/>
                <a:ea typeface="+mn-ea"/>
                <a:cs typeface="+mn-cs"/>
              </a:defRPr>
            </a:lvl2pPr>
            <a:lvl3pPr marL="685800" indent="-179388" algn="l" defTabSz="914400" rtl="0" eaLnBrk="1" latinLnBrk="0" hangingPunct="1">
              <a:lnSpc>
                <a:spcPct val="90000"/>
              </a:lnSpc>
              <a:spcBef>
                <a:spcPts val="800"/>
              </a:spcBef>
              <a:buClr>
                <a:schemeClr val="accent1">
                  <a:lumMod val="75000"/>
                </a:schemeClr>
              </a:buClr>
              <a:buSzPct val="100000"/>
              <a:buFont typeface="Arial" pitchFamily="34" charset="0"/>
              <a:buChar char="▪"/>
              <a:defRPr sz="1600" kern="1200">
                <a:solidFill>
                  <a:schemeClr val="tx1"/>
                </a:solidFill>
                <a:latin typeface="+mn-lt"/>
                <a:ea typeface="+mn-ea"/>
                <a:cs typeface="+mn-cs"/>
              </a:defRPr>
            </a:lvl3pPr>
            <a:lvl4pPr marL="914400" indent="-182880" algn="l" defTabSz="914400" rtl="0" eaLnBrk="1" latinLnBrk="0" hangingPunct="1">
              <a:lnSpc>
                <a:spcPct val="90000"/>
              </a:lnSpc>
              <a:spcBef>
                <a:spcPts val="8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4pPr>
            <a:lvl5pPr marL="1143000" indent="-179388" algn="l" defTabSz="914400" rtl="0" eaLnBrk="1" latinLnBrk="0" hangingPunct="1">
              <a:lnSpc>
                <a:spcPct val="90000"/>
              </a:lnSpc>
              <a:spcBef>
                <a:spcPts val="6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5pPr>
            <a:lvl6pPr marL="1371600" indent="-182880" algn="l" defTabSz="914400" rtl="0" eaLnBrk="1" latinLnBrk="0" hangingPunct="1">
              <a:lnSpc>
                <a:spcPct val="90000"/>
              </a:lnSpc>
              <a:spcBef>
                <a:spcPts val="6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6pPr>
            <a:lvl7pPr marL="1600200" indent="-179388" algn="l" defTabSz="914400" rtl="0" eaLnBrk="1" latinLnBrk="0" hangingPunct="1">
              <a:lnSpc>
                <a:spcPct val="90000"/>
              </a:lnSpc>
              <a:spcBef>
                <a:spcPts val="6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7pPr>
            <a:lvl8pPr marL="1828800" indent="-182880" algn="l" defTabSz="914400" rtl="0" eaLnBrk="1" latinLnBrk="0" hangingPunct="1">
              <a:lnSpc>
                <a:spcPct val="90000"/>
              </a:lnSpc>
              <a:spcBef>
                <a:spcPts val="6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8pPr>
            <a:lvl9pPr marL="1878012" indent="0" algn="l" defTabSz="914400" rtl="0" eaLnBrk="1" latinLnBrk="0" hangingPunct="1">
              <a:lnSpc>
                <a:spcPct val="90000"/>
              </a:lnSpc>
              <a:spcBef>
                <a:spcPts val="600"/>
              </a:spcBef>
              <a:buClr>
                <a:schemeClr val="accent1">
                  <a:lumMod val="75000"/>
                </a:schemeClr>
              </a:buClr>
              <a:buSzPct val="100000"/>
              <a:buFont typeface="Arial" pitchFamily="34" charset="0"/>
              <a:buNone/>
              <a:defRPr sz="1400" kern="1200">
                <a:solidFill>
                  <a:schemeClr val="tx1"/>
                </a:solidFill>
                <a:latin typeface="+mn-lt"/>
                <a:ea typeface="+mn-ea"/>
                <a:cs typeface="+mn-cs"/>
              </a:defRPr>
            </a:lvl9pPr>
          </a:lstStyle>
          <a:p>
            <a:pPr marL="0" indent="0">
              <a:buNone/>
            </a:pPr>
            <a:r>
              <a:rPr lang="en-US" altLang="en-US" sz="2800" b="1" u="sng" dirty="0">
                <a:latin typeface="Garamond" panose="02020404030301010803" pitchFamily="18" charset="0"/>
              </a:rPr>
              <a:t>Service Improvements</a:t>
            </a:r>
            <a:endParaRPr lang="en-US" sz="2800" u="sng" dirty="0">
              <a:latin typeface="Garamond" panose="02020404030301010803" pitchFamily="18" charset="0"/>
            </a:endParaRPr>
          </a:p>
          <a:p>
            <a:pPr>
              <a:buFont typeface="Arial" panose="020B0604020202020204" pitchFamily="34" charset="0"/>
              <a:buChar char="•"/>
            </a:pPr>
            <a:r>
              <a:rPr lang="en-US" sz="2800" dirty="0">
                <a:latin typeface="Garamond" panose="02020404030301010803" pitchFamily="18" charset="0"/>
              </a:rPr>
              <a:t>The most common type of service innovation.</a:t>
            </a:r>
          </a:p>
          <a:p>
            <a:pPr>
              <a:buFont typeface="Arial" panose="020B0604020202020204" pitchFamily="34" charset="0"/>
              <a:buChar char="•"/>
            </a:pPr>
            <a:r>
              <a:rPr lang="en-US" sz="2800" dirty="0">
                <a:latin typeface="Garamond" panose="02020404030301010803" pitchFamily="18" charset="0"/>
              </a:rPr>
              <a:t>Changes in features of service already offered might involve faster execution of an existing service process.</a:t>
            </a:r>
          </a:p>
          <a:p>
            <a:pPr lvl="1">
              <a:buFont typeface="Arial" panose="020B0604020202020204" pitchFamily="34" charset="0"/>
              <a:buChar char="•"/>
            </a:pPr>
            <a:r>
              <a:rPr lang="en-US" sz="2600" dirty="0">
                <a:latin typeface="Garamond" panose="02020404030301010803" pitchFamily="18" charset="0"/>
              </a:rPr>
              <a:t>Example: extended operating hours</a:t>
            </a:r>
          </a:p>
        </p:txBody>
      </p:sp>
      <p:pic>
        <p:nvPicPr>
          <p:cNvPr id="3076" name="Picture 4" descr="Extended Summer Season Hours! - Freeport Park District">
            <a:extLst>
              <a:ext uri="{FF2B5EF4-FFF2-40B4-BE49-F238E27FC236}">
                <a16:creationId xmlns:a16="http://schemas.microsoft.com/office/drawing/2014/main" id="{E634108E-643D-ED41-FAD5-418A0F52715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991814" y="1370971"/>
            <a:ext cx="3424818" cy="443368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119982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F815E232-45C9-1142-B84F-FD0CE83D9488}"/>
              </a:ext>
            </a:extLst>
          </p:cNvPr>
          <p:cNvSpPr>
            <a:spLocks noGrp="1"/>
          </p:cNvSpPr>
          <p:nvPr>
            <p:ph type="title"/>
          </p:nvPr>
        </p:nvSpPr>
        <p:spPr>
          <a:xfrm>
            <a:off x="814137" y="227970"/>
            <a:ext cx="10563726" cy="1143000"/>
          </a:xfrm>
        </p:spPr>
        <p:txBody>
          <a:bodyPr/>
          <a:lstStyle/>
          <a:p>
            <a:pPr algn="ctr"/>
            <a:r>
              <a:rPr lang="en-US" altLang="en-US" b="1" dirty="0">
                <a:solidFill>
                  <a:srgbClr val="0B5395"/>
                </a:solidFill>
                <a:latin typeface="Garamond" panose="02020404030301010803" pitchFamily="18" charset="0"/>
              </a:rPr>
              <a:t>Service Offering Innovation</a:t>
            </a:r>
          </a:p>
        </p:txBody>
      </p:sp>
      <p:sp>
        <p:nvSpPr>
          <p:cNvPr id="2" name="Content Placeholder 2">
            <a:extLst>
              <a:ext uri="{FF2B5EF4-FFF2-40B4-BE49-F238E27FC236}">
                <a16:creationId xmlns:a16="http://schemas.microsoft.com/office/drawing/2014/main" id="{100BD9E0-E9BB-77EF-84B3-0AF0680374E6}"/>
              </a:ext>
            </a:extLst>
          </p:cNvPr>
          <p:cNvSpPr txBox="1">
            <a:spLocks/>
          </p:cNvSpPr>
          <p:nvPr/>
        </p:nvSpPr>
        <p:spPr>
          <a:xfrm>
            <a:off x="914399" y="1591573"/>
            <a:ext cx="5021399" cy="3798632"/>
          </a:xfrm>
          <a:prstGeom prst="rect">
            <a:avLst/>
          </a:prstGeom>
        </p:spPr>
        <p:txBody>
          <a:bodyPr>
            <a:noAutofit/>
          </a:bodyPr>
          <a:lstStyle>
            <a:lvl1pPr marL="228600" indent="-228600" algn="l" defTabSz="914400" rtl="0" eaLnBrk="1" latinLnBrk="0" hangingPunct="1">
              <a:lnSpc>
                <a:spcPct val="90000"/>
              </a:lnSpc>
              <a:spcBef>
                <a:spcPts val="1800"/>
              </a:spcBef>
              <a:buClr>
                <a:schemeClr val="accent1">
                  <a:lumMod val="75000"/>
                </a:schemeClr>
              </a:buClr>
              <a:buSzPct val="100000"/>
              <a:buFont typeface="Arial" pitchFamily="34" charset="0"/>
              <a:buChar char="▪"/>
              <a:defRPr sz="2000" kern="1200">
                <a:solidFill>
                  <a:schemeClr val="tx1"/>
                </a:solidFill>
                <a:latin typeface="+mn-lt"/>
                <a:ea typeface="+mn-ea"/>
                <a:cs typeface="+mn-cs"/>
              </a:defRPr>
            </a:lvl1pPr>
            <a:lvl2pPr marL="457200" indent="-182880" algn="l" defTabSz="914400" rtl="0" eaLnBrk="1" latinLnBrk="0" hangingPunct="1">
              <a:lnSpc>
                <a:spcPct val="90000"/>
              </a:lnSpc>
              <a:spcBef>
                <a:spcPts val="1200"/>
              </a:spcBef>
              <a:buClr>
                <a:schemeClr val="accent1">
                  <a:lumMod val="75000"/>
                </a:schemeClr>
              </a:buClr>
              <a:buSzPct val="100000"/>
              <a:buFont typeface="Arial" pitchFamily="34" charset="0"/>
              <a:buChar char="▪"/>
              <a:defRPr sz="1800" kern="1200">
                <a:solidFill>
                  <a:schemeClr val="tx1"/>
                </a:solidFill>
                <a:latin typeface="+mn-lt"/>
                <a:ea typeface="+mn-ea"/>
                <a:cs typeface="+mn-cs"/>
              </a:defRPr>
            </a:lvl2pPr>
            <a:lvl3pPr marL="685800" indent="-179388" algn="l" defTabSz="914400" rtl="0" eaLnBrk="1" latinLnBrk="0" hangingPunct="1">
              <a:lnSpc>
                <a:spcPct val="90000"/>
              </a:lnSpc>
              <a:spcBef>
                <a:spcPts val="800"/>
              </a:spcBef>
              <a:buClr>
                <a:schemeClr val="accent1">
                  <a:lumMod val="75000"/>
                </a:schemeClr>
              </a:buClr>
              <a:buSzPct val="100000"/>
              <a:buFont typeface="Arial" pitchFamily="34" charset="0"/>
              <a:buChar char="▪"/>
              <a:defRPr sz="1600" kern="1200">
                <a:solidFill>
                  <a:schemeClr val="tx1"/>
                </a:solidFill>
                <a:latin typeface="+mn-lt"/>
                <a:ea typeface="+mn-ea"/>
                <a:cs typeface="+mn-cs"/>
              </a:defRPr>
            </a:lvl3pPr>
            <a:lvl4pPr marL="914400" indent="-182880" algn="l" defTabSz="914400" rtl="0" eaLnBrk="1" latinLnBrk="0" hangingPunct="1">
              <a:lnSpc>
                <a:spcPct val="90000"/>
              </a:lnSpc>
              <a:spcBef>
                <a:spcPts val="8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4pPr>
            <a:lvl5pPr marL="1143000" indent="-179388" algn="l" defTabSz="914400" rtl="0" eaLnBrk="1" latinLnBrk="0" hangingPunct="1">
              <a:lnSpc>
                <a:spcPct val="90000"/>
              </a:lnSpc>
              <a:spcBef>
                <a:spcPts val="6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5pPr>
            <a:lvl6pPr marL="1371600" indent="-182880" algn="l" defTabSz="914400" rtl="0" eaLnBrk="1" latinLnBrk="0" hangingPunct="1">
              <a:lnSpc>
                <a:spcPct val="90000"/>
              </a:lnSpc>
              <a:spcBef>
                <a:spcPts val="6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6pPr>
            <a:lvl7pPr marL="1600200" indent="-179388" algn="l" defTabSz="914400" rtl="0" eaLnBrk="1" latinLnBrk="0" hangingPunct="1">
              <a:lnSpc>
                <a:spcPct val="90000"/>
              </a:lnSpc>
              <a:spcBef>
                <a:spcPts val="6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7pPr>
            <a:lvl8pPr marL="1828800" indent="-182880" algn="l" defTabSz="914400" rtl="0" eaLnBrk="1" latinLnBrk="0" hangingPunct="1">
              <a:lnSpc>
                <a:spcPct val="90000"/>
              </a:lnSpc>
              <a:spcBef>
                <a:spcPts val="6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8pPr>
            <a:lvl9pPr marL="1878012" indent="0" algn="l" defTabSz="914400" rtl="0" eaLnBrk="1" latinLnBrk="0" hangingPunct="1">
              <a:lnSpc>
                <a:spcPct val="90000"/>
              </a:lnSpc>
              <a:spcBef>
                <a:spcPts val="600"/>
              </a:spcBef>
              <a:buClr>
                <a:schemeClr val="accent1">
                  <a:lumMod val="75000"/>
                </a:schemeClr>
              </a:buClr>
              <a:buSzPct val="100000"/>
              <a:buFont typeface="Arial" pitchFamily="34" charset="0"/>
              <a:buNone/>
              <a:defRPr sz="1400" kern="1200">
                <a:solidFill>
                  <a:schemeClr val="tx1"/>
                </a:solidFill>
                <a:latin typeface="+mn-lt"/>
                <a:ea typeface="+mn-ea"/>
                <a:cs typeface="+mn-cs"/>
              </a:defRPr>
            </a:lvl9pPr>
          </a:lstStyle>
          <a:p>
            <a:pPr marL="0" indent="0">
              <a:buNone/>
            </a:pPr>
            <a:r>
              <a:rPr lang="en-US" altLang="en-US" sz="2800" b="1" u="sng" dirty="0">
                <a:latin typeface="Garamond" panose="02020404030301010803" pitchFamily="18" charset="0"/>
              </a:rPr>
              <a:t>Style Changes</a:t>
            </a:r>
            <a:endParaRPr lang="en-US" sz="2800" u="sng" dirty="0">
              <a:latin typeface="Garamond" panose="02020404030301010803" pitchFamily="18" charset="0"/>
            </a:endParaRPr>
          </a:p>
          <a:p>
            <a:pPr>
              <a:buFont typeface="Arial" panose="020B0604020202020204" pitchFamily="34" charset="0"/>
              <a:buChar char="•"/>
            </a:pPr>
            <a:r>
              <a:rPr lang="en-US" sz="2800" dirty="0">
                <a:latin typeface="Garamond" panose="02020404030301010803" pitchFamily="18" charset="0"/>
              </a:rPr>
              <a:t>The most modest service innovation.</a:t>
            </a:r>
          </a:p>
          <a:p>
            <a:pPr>
              <a:buFont typeface="Arial" panose="020B0604020202020204" pitchFamily="34" charset="0"/>
              <a:buChar char="•"/>
            </a:pPr>
            <a:r>
              <a:rPr lang="en-US" sz="2800" dirty="0">
                <a:latin typeface="Garamond" panose="02020404030301010803" pitchFamily="18" charset="0"/>
              </a:rPr>
              <a:t>Highly visible and can have significant effects on customer perceptions, emotions, and attitudes. </a:t>
            </a:r>
          </a:p>
          <a:p>
            <a:pPr lvl="1">
              <a:buFont typeface="Arial" panose="020B0604020202020204" pitchFamily="34" charset="0"/>
              <a:buChar char="•"/>
            </a:pPr>
            <a:r>
              <a:rPr lang="en-US" sz="2600" dirty="0">
                <a:latin typeface="Garamond" panose="02020404030301010803" pitchFamily="18" charset="0"/>
              </a:rPr>
              <a:t>Example: changing the color of a logo or redesigning a website.</a:t>
            </a:r>
          </a:p>
        </p:txBody>
      </p:sp>
      <p:pic>
        <p:nvPicPr>
          <p:cNvPr id="6146" name="Picture 2" descr="Google's new logos are bad | TechCrunch">
            <a:extLst>
              <a:ext uri="{FF2B5EF4-FFF2-40B4-BE49-F238E27FC236}">
                <a16:creationId xmlns:a16="http://schemas.microsoft.com/office/drawing/2014/main" id="{C8193AF1-B7AB-2CB3-EC36-45EE2C27490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935798" y="2148918"/>
            <a:ext cx="5943382" cy="252671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065316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5E1EAD-4EB9-7798-C055-26836126FCD9}"/>
              </a:ext>
            </a:extLst>
          </p:cNvPr>
          <p:cNvSpPr>
            <a:spLocks noGrp="1"/>
          </p:cNvSpPr>
          <p:nvPr>
            <p:ph type="title"/>
          </p:nvPr>
        </p:nvSpPr>
        <p:spPr>
          <a:xfrm>
            <a:off x="1295400" y="503853"/>
            <a:ext cx="5973622" cy="1142385"/>
          </a:xfrm>
        </p:spPr>
        <p:txBody>
          <a:bodyPr/>
          <a:lstStyle/>
          <a:p>
            <a:r>
              <a:rPr lang="en-US" dirty="0"/>
              <a:t>Internet-enabled Service Innovation</a:t>
            </a:r>
            <a:endParaRPr lang="en-IN" dirty="0"/>
          </a:p>
        </p:txBody>
      </p:sp>
      <p:sp>
        <p:nvSpPr>
          <p:cNvPr id="3" name="Content Placeholder 2">
            <a:extLst>
              <a:ext uri="{FF2B5EF4-FFF2-40B4-BE49-F238E27FC236}">
                <a16:creationId xmlns:a16="http://schemas.microsoft.com/office/drawing/2014/main" id="{924FC938-1BE1-AEB0-B8CE-E59349246517}"/>
              </a:ext>
            </a:extLst>
          </p:cNvPr>
          <p:cNvSpPr>
            <a:spLocks noGrp="1"/>
          </p:cNvSpPr>
          <p:nvPr>
            <p:ph idx="1"/>
          </p:nvPr>
        </p:nvSpPr>
        <p:spPr>
          <a:xfrm>
            <a:off x="1295400" y="1981201"/>
            <a:ext cx="5461000" cy="3809999"/>
          </a:xfrm>
        </p:spPr>
        <p:txBody>
          <a:bodyPr/>
          <a:lstStyle/>
          <a:p>
            <a:r>
              <a:rPr lang="en-US" dirty="0"/>
              <a:t>Benefiting customers through internet</a:t>
            </a:r>
          </a:p>
          <a:p>
            <a:r>
              <a:rPr lang="en-US" dirty="0"/>
              <a:t>Separate production and consumption</a:t>
            </a:r>
          </a:p>
          <a:p>
            <a:r>
              <a:rPr lang="en-US" dirty="0"/>
              <a:t>Centrally produced</a:t>
            </a:r>
          </a:p>
          <a:p>
            <a:r>
              <a:rPr lang="en-US" dirty="0"/>
              <a:t>Consistent due to standardized processes</a:t>
            </a:r>
          </a:p>
          <a:p>
            <a:r>
              <a:rPr lang="en-US" dirty="0"/>
              <a:t>Scalable</a:t>
            </a:r>
            <a:endParaRPr lang="en-IN" dirty="0"/>
          </a:p>
        </p:txBody>
      </p:sp>
      <p:pic>
        <p:nvPicPr>
          <p:cNvPr id="5" name="Picture 4">
            <a:extLst>
              <a:ext uri="{FF2B5EF4-FFF2-40B4-BE49-F238E27FC236}">
                <a16:creationId xmlns:a16="http://schemas.microsoft.com/office/drawing/2014/main" id="{98EE3DB6-0515-F7C7-659A-B87B89B975B4}"/>
              </a:ext>
            </a:extLst>
          </p:cNvPr>
          <p:cNvPicPr>
            <a:picLocks noChangeAspect="1"/>
          </p:cNvPicPr>
          <p:nvPr/>
        </p:nvPicPr>
        <p:blipFill>
          <a:blip r:embed="rId3"/>
          <a:stretch>
            <a:fillRect/>
          </a:stretch>
        </p:blipFill>
        <p:spPr>
          <a:xfrm>
            <a:off x="7269022" y="356595"/>
            <a:ext cx="4171713" cy="2579285"/>
          </a:xfrm>
          <a:prstGeom prst="rect">
            <a:avLst/>
          </a:prstGeom>
        </p:spPr>
      </p:pic>
      <p:pic>
        <p:nvPicPr>
          <p:cNvPr id="7" name="Picture 6">
            <a:extLst>
              <a:ext uri="{FF2B5EF4-FFF2-40B4-BE49-F238E27FC236}">
                <a16:creationId xmlns:a16="http://schemas.microsoft.com/office/drawing/2014/main" id="{E1C229E6-790E-39F4-C67C-B5D70544EF04}"/>
              </a:ext>
            </a:extLst>
          </p:cNvPr>
          <p:cNvPicPr>
            <a:picLocks noChangeAspect="1"/>
          </p:cNvPicPr>
          <p:nvPr/>
        </p:nvPicPr>
        <p:blipFill>
          <a:blip r:embed="rId4"/>
          <a:stretch>
            <a:fillRect/>
          </a:stretch>
        </p:blipFill>
        <p:spPr>
          <a:xfrm>
            <a:off x="8087688" y="3270843"/>
            <a:ext cx="3741637" cy="3332887"/>
          </a:xfrm>
          <a:prstGeom prst="rect">
            <a:avLst/>
          </a:prstGeom>
        </p:spPr>
      </p:pic>
    </p:spTree>
    <p:extLst>
      <p:ext uri="{BB962C8B-B14F-4D97-AF65-F5344CB8AC3E}">
        <p14:creationId xmlns:p14="http://schemas.microsoft.com/office/powerpoint/2010/main" val="29964034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313588-D2F1-CF87-5797-CB671B2D910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87AA35A-A573-50A7-A770-A3953F9A1E02}"/>
              </a:ext>
            </a:extLst>
          </p:cNvPr>
          <p:cNvSpPr>
            <a:spLocks noGrp="1"/>
          </p:cNvSpPr>
          <p:nvPr>
            <p:ph type="title"/>
          </p:nvPr>
        </p:nvSpPr>
        <p:spPr>
          <a:xfrm>
            <a:off x="1295400" y="503853"/>
            <a:ext cx="3449494" cy="1142385"/>
          </a:xfrm>
        </p:spPr>
        <p:txBody>
          <a:bodyPr/>
          <a:lstStyle/>
          <a:p>
            <a:r>
              <a:rPr lang="en-US" dirty="0"/>
              <a:t>People-enabled innovation</a:t>
            </a:r>
            <a:endParaRPr lang="en-IN" dirty="0"/>
          </a:p>
        </p:txBody>
      </p:sp>
      <p:sp>
        <p:nvSpPr>
          <p:cNvPr id="3" name="Content Placeholder 2">
            <a:extLst>
              <a:ext uri="{FF2B5EF4-FFF2-40B4-BE49-F238E27FC236}">
                <a16:creationId xmlns:a16="http://schemas.microsoft.com/office/drawing/2014/main" id="{345F0C52-D725-4915-D181-07496537A9BA}"/>
              </a:ext>
            </a:extLst>
          </p:cNvPr>
          <p:cNvSpPr>
            <a:spLocks noGrp="1"/>
          </p:cNvSpPr>
          <p:nvPr>
            <p:ph idx="1"/>
          </p:nvPr>
        </p:nvSpPr>
        <p:spPr>
          <a:xfrm>
            <a:off x="1295400" y="1981201"/>
            <a:ext cx="3218727" cy="3809999"/>
          </a:xfrm>
        </p:spPr>
        <p:txBody>
          <a:bodyPr/>
          <a:lstStyle/>
          <a:p>
            <a:r>
              <a:rPr lang="en-US" dirty="0"/>
              <a:t>Delivered primarily through human interactions</a:t>
            </a:r>
          </a:p>
          <a:p>
            <a:r>
              <a:rPr lang="en-US" dirty="0"/>
              <a:t>Simultaneous production and consumption</a:t>
            </a:r>
          </a:p>
          <a:p>
            <a:r>
              <a:rPr lang="en-US" dirty="0"/>
              <a:t>Inconsistency</a:t>
            </a:r>
            <a:endParaRPr lang="en-IN" dirty="0"/>
          </a:p>
        </p:txBody>
      </p:sp>
      <p:pic>
        <p:nvPicPr>
          <p:cNvPr id="5" name="Picture 4">
            <a:extLst>
              <a:ext uri="{FF2B5EF4-FFF2-40B4-BE49-F238E27FC236}">
                <a16:creationId xmlns:a16="http://schemas.microsoft.com/office/drawing/2014/main" id="{936E8153-89A6-D091-FAE9-88AE059226FB}"/>
              </a:ext>
            </a:extLst>
          </p:cNvPr>
          <p:cNvPicPr>
            <a:picLocks noChangeAspect="1"/>
          </p:cNvPicPr>
          <p:nvPr/>
        </p:nvPicPr>
        <p:blipFill>
          <a:blip r:embed="rId3"/>
          <a:stretch>
            <a:fillRect/>
          </a:stretch>
        </p:blipFill>
        <p:spPr>
          <a:xfrm>
            <a:off x="4744894" y="881901"/>
            <a:ext cx="6806641" cy="4689459"/>
          </a:xfrm>
          <a:prstGeom prst="rect">
            <a:avLst/>
          </a:prstGeom>
        </p:spPr>
      </p:pic>
    </p:spTree>
    <p:extLst>
      <p:ext uri="{BB962C8B-B14F-4D97-AF65-F5344CB8AC3E}">
        <p14:creationId xmlns:p14="http://schemas.microsoft.com/office/powerpoint/2010/main" val="32230392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05666F-22F6-CAD9-3D46-C639B3F32606}"/>
              </a:ext>
            </a:extLst>
          </p:cNvPr>
          <p:cNvSpPr>
            <a:spLocks noGrp="1"/>
          </p:cNvSpPr>
          <p:nvPr>
            <p:ph type="title"/>
          </p:nvPr>
        </p:nvSpPr>
        <p:spPr/>
        <p:txBody>
          <a:bodyPr/>
          <a:lstStyle/>
          <a:p>
            <a:r>
              <a:rPr lang="en-US" dirty="0"/>
              <a:t>B2B and B2C Service innovations</a:t>
            </a:r>
            <a:endParaRPr lang="en-IN" dirty="0"/>
          </a:p>
        </p:txBody>
      </p:sp>
      <p:sp>
        <p:nvSpPr>
          <p:cNvPr id="3" name="Content Placeholder 2">
            <a:extLst>
              <a:ext uri="{FF2B5EF4-FFF2-40B4-BE49-F238E27FC236}">
                <a16:creationId xmlns:a16="http://schemas.microsoft.com/office/drawing/2014/main" id="{73B1D17F-42F0-5FAB-3827-CEAD2EEE6592}"/>
              </a:ext>
            </a:extLst>
          </p:cNvPr>
          <p:cNvSpPr>
            <a:spLocks noGrp="1"/>
          </p:cNvSpPr>
          <p:nvPr>
            <p:ph idx="1"/>
          </p:nvPr>
        </p:nvSpPr>
        <p:spPr/>
        <p:txBody>
          <a:bodyPr/>
          <a:lstStyle/>
          <a:p>
            <a:endParaRPr lang="en-IN"/>
          </a:p>
        </p:txBody>
      </p:sp>
      <p:pic>
        <p:nvPicPr>
          <p:cNvPr id="5" name="Picture 4">
            <a:extLst>
              <a:ext uri="{FF2B5EF4-FFF2-40B4-BE49-F238E27FC236}">
                <a16:creationId xmlns:a16="http://schemas.microsoft.com/office/drawing/2014/main" id="{95247812-5068-3A71-F7EE-FCC852162A89}"/>
              </a:ext>
            </a:extLst>
          </p:cNvPr>
          <p:cNvPicPr>
            <a:picLocks noChangeAspect="1"/>
          </p:cNvPicPr>
          <p:nvPr/>
        </p:nvPicPr>
        <p:blipFill>
          <a:blip r:embed="rId2"/>
          <a:stretch>
            <a:fillRect/>
          </a:stretch>
        </p:blipFill>
        <p:spPr>
          <a:xfrm>
            <a:off x="0" y="1971617"/>
            <a:ext cx="7331075" cy="967824"/>
          </a:xfrm>
          <a:prstGeom prst="rect">
            <a:avLst/>
          </a:prstGeom>
        </p:spPr>
      </p:pic>
      <p:pic>
        <p:nvPicPr>
          <p:cNvPr id="7" name="Picture 6">
            <a:extLst>
              <a:ext uri="{FF2B5EF4-FFF2-40B4-BE49-F238E27FC236}">
                <a16:creationId xmlns:a16="http://schemas.microsoft.com/office/drawing/2014/main" id="{6240F6A8-A320-03DF-7B17-6BA2CD4AA663}"/>
              </a:ext>
            </a:extLst>
          </p:cNvPr>
          <p:cNvPicPr>
            <a:picLocks noChangeAspect="1"/>
          </p:cNvPicPr>
          <p:nvPr/>
        </p:nvPicPr>
        <p:blipFill>
          <a:blip r:embed="rId3"/>
          <a:stretch>
            <a:fillRect/>
          </a:stretch>
        </p:blipFill>
        <p:spPr>
          <a:xfrm>
            <a:off x="1295400" y="3475981"/>
            <a:ext cx="7562347" cy="3163030"/>
          </a:xfrm>
          <a:prstGeom prst="rect">
            <a:avLst/>
          </a:prstGeom>
        </p:spPr>
      </p:pic>
      <p:pic>
        <p:nvPicPr>
          <p:cNvPr id="9" name="Picture 8">
            <a:extLst>
              <a:ext uri="{FF2B5EF4-FFF2-40B4-BE49-F238E27FC236}">
                <a16:creationId xmlns:a16="http://schemas.microsoft.com/office/drawing/2014/main" id="{41CB0E1B-94C6-0228-EAFC-CD7EC9590B9F}"/>
              </a:ext>
            </a:extLst>
          </p:cNvPr>
          <p:cNvPicPr>
            <a:picLocks noChangeAspect="1"/>
          </p:cNvPicPr>
          <p:nvPr/>
        </p:nvPicPr>
        <p:blipFill>
          <a:blip r:embed="rId4"/>
          <a:stretch>
            <a:fillRect/>
          </a:stretch>
        </p:blipFill>
        <p:spPr>
          <a:xfrm>
            <a:off x="6944810" y="1898533"/>
            <a:ext cx="5544273" cy="1494780"/>
          </a:xfrm>
          <a:prstGeom prst="rect">
            <a:avLst/>
          </a:prstGeom>
        </p:spPr>
      </p:pic>
    </p:spTree>
    <p:extLst>
      <p:ext uri="{BB962C8B-B14F-4D97-AF65-F5344CB8AC3E}">
        <p14:creationId xmlns:p14="http://schemas.microsoft.com/office/powerpoint/2010/main" val="17321954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B37AFD51-5536-3A3D-2D5F-023BD46C6B81}"/>
              </a:ext>
            </a:extLst>
          </p:cNvPr>
          <p:cNvPicPr>
            <a:picLocks noChangeAspect="1"/>
          </p:cNvPicPr>
          <p:nvPr/>
        </p:nvPicPr>
        <p:blipFill>
          <a:blip r:embed="rId3"/>
          <a:stretch>
            <a:fillRect/>
          </a:stretch>
        </p:blipFill>
        <p:spPr>
          <a:xfrm>
            <a:off x="814137" y="1431756"/>
            <a:ext cx="10521517" cy="4668923"/>
          </a:xfrm>
          <a:prstGeom prst="rect">
            <a:avLst/>
          </a:prstGeom>
        </p:spPr>
      </p:pic>
      <p:sp>
        <p:nvSpPr>
          <p:cNvPr id="4" name="Title 1">
            <a:extLst>
              <a:ext uri="{FF2B5EF4-FFF2-40B4-BE49-F238E27FC236}">
                <a16:creationId xmlns:a16="http://schemas.microsoft.com/office/drawing/2014/main" id="{F815E232-45C9-1142-B84F-FD0CE83D9488}"/>
              </a:ext>
            </a:extLst>
          </p:cNvPr>
          <p:cNvSpPr>
            <a:spLocks noGrp="1"/>
          </p:cNvSpPr>
          <p:nvPr>
            <p:ph type="title"/>
          </p:nvPr>
        </p:nvSpPr>
        <p:spPr>
          <a:xfrm>
            <a:off x="814137" y="227970"/>
            <a:ext cx="10563726" cy="1143000"/>
          </a:xfrm>
        </p:spPr>
        <p:txBody>
          <a:bodyPr/>
          <a:lstStyle/>
          <a:p>
            <a:pPr algn="ctr"/>
            <a:r>
              <a:rPr lang="en-US" altLang="en-US" b="1" dirty="0">
                <a:solidFill>
                  <a:srgbClr val="0B5395"/>
                </a:solidFill>
                <a:latin typeface="Garamond" panose="02020404030301010803" pitchFamily="18" charset="0"/>
              </a:rPr>
              <a:t>Service Innovation and Development Process</a:t>
            </a:r>
          </a:p>
        </p:txBody>
      </p:sp>
      <p:sp>
        <p:nvSpPr>
          <p:cNvPr id="6" name="TextBox 5">
            <a:extLst>
              <a:ext uri="{FF2B5EF4-FFF2-40B4-BE49-F238E27FC236}">
                <a16:creationId xmlns:a16="http://schemas.microsoft.com/office/drawing/2014/main" id="{3ACA3B62-8267-82E0-3FC2-9B9895471C2F}"/>
              </a:ext>
            </a:extLst>
          </p:cNvPr>
          <p:cNvSpPr txBox="1"/>
          <p:nvPr/>
        </p:nvSpPr>
        <p:spPr>
          <a:xfrm>
            <a:off x="9397665" y="4889582"/>
            <a:ext cx="2200777" cy="1077218"/>
          </a:xfrm>
          <a:prstGeom prst="rect">
            <a:avLst/>
          </a:prstGeom>
          <a:noFill/>
        </p:spPr>
        <p:txBody>
          <a:bodyPr wrap="square">
            <a:spAutoFit/>
          </a:bodyPr>
          <a:lstStyle/>
          <a:p>
            <a:r>
              <a:rPr lang="en-US" sz="1600" b="1" dirty="0">
                <a:solidFill>
                  <a:srgbClr val="0B5395"/>
                </a:solidFill>
                <a:latin typeface="Gill Sans MT" panose="020B0502020104020203" pitchFamily="34" charset="0"/>
              </a:rPr>
              <a:t>Requirements that a new service must meet before moving to the next stage.</a:t>
            </a:r>
          </a:p>
        </p:txBody>
      </p:sp>
      <p:cxnSp>
        <p:nvCxnSpPr>
          <p:cNvPr id="15" name="Connector: Elbow 14">
            <a:extLst>
              <a:ext uri="{FF2B5EF4-FFF2-40B4-BE49-F238E27FC236}">
                <a16:creationId xmlns:a16="http://schemas.microsoft.com/office/drawing/2014/main" id="{AE039622-C8EA-E792-E974-BC94763071D3}"/>
              </a:ext>
            </a:extLst>
          </p:cNvPr>
          <p:cNvCxnSpPr>
            <a:cxnSpLocks/>
            <a:stCxn id="6" idx="3"/>
            <a:endCxn id="2" idx="3"/>
          </p:cNvCxnSpPr>
          <p:nvPr/>
        </p:nvCxnSpPr>
        <p:spPr>
          <a:xfrm flipH="1" flipV="1">
            <a:off x="11335654" y="3766218"/>
            <a:ext cx="262788" cy="1661973"/>
          </a:xfrm>
          <a:prstGeom prst="bentConnector3">
            <a:avLst>
              <a:gd name="adj1" fmla="val -86990"/>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679862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78CAC4-154B-17C1-0B30-3AD92531F594}"/>
              </a:ext>
            </a:extLst>
          </p:cNvPr>
          <p:cNvSpPr>
            <a:spLocks noGrp="1"/>
          </p:cNvSpPr>
          <p:nvPr>
            <p:ph type="title"/>
          </p:nvPr>
        </p:nvSpPr>
        <p:spPr/>
        <p:txBody>
          <a:bodyPr/>
          <a:lstStyle/>
          <a:p>
            <a:r>
              <a:rPr lang="en-US" dirty="0">
                <a:latin typeface="Gill Sans MT" panose="020B0502020104020203" pitchFamily="34" charset="0"/>
              </a:rPr>
              <a:t>Phase 1: Front-End Planning</a:t>
            </a:r>
          </a:p>
        </p:txBody>
      </p:sp>
      <p:sp>
        <p:nvSpPr>
          <p:cNvPr id="3" name="Text Placeholder 2">
            <a:extLst>
              <a:ext uri="{FF2B5EF4-FFF2-40B4-BE49-F238E27FC236}">
                <a16:creationId xmlns:a16="http://schemas.microsoft.com/office/drawing/2014/main" id="{8B4824AD-83DC-EE84-3CB5-BD2320B5FE89}"/>
              </a:ext>
            </a:extLst>
          </p:cNvPr>
          <p:cNvSpPr>
            <a:spLocks noGrp="1"/>
          </p:cNvSpPr>
          <p:nvPr>
            <p:ph type="body" idx="1"/>
          </p:nvPr>
        </p:nvSpPr>
        <p:spPr/>
        <p:txBody>
          <a:bodyPr/>
          <a:lstStyle/>
          <a:p>
            <a:r>
              <a:rPr lang="en-US" dirty="0">
                <a:latin typeface="Gill Sans MT" panose="020B0502020104020203" pitchFamily="34" charset="0"/>
              </a:rPr>
              <a:t>Five-step process</a:t>
            </a:r>
          </a:p>
        </p:txBody>
      </p:sp>
    </p:spTree>
    <p:extLst>
      <p:ext uri="{BB962C8B-B14F-4D97-AF65-F5344CB8AC3E}">
        <p14:creationId xmlns:p14="http://schemas.microsoft.com/office/powerpoint/2010/main" val="5597146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F815E232-45C9-1142-B84F-FD0CE83D9488}"/>
              </a:ext>
            </a:extLst>
          </p:cNvPr>
          <p:cNvSpPr>
            <a:spLocks noGrp="1"/>
          </p:cNvSpPr>
          <p:nvPr>
            <p:ph type="title"/>
          </p:nvPr>
        </p:nvSpPr>
        <p:spPr>
          <a:xfrm>
            <a:off x="372978" y="227970"/>
            <a:ext cx="11405937" cy="1143000"/>
          </a:xfrm>
        </p:spPr>
        <p:txBody>
          <a:bodyPr/>
          <a:lstStyle/>
          <a:p>
            <a:pPr algn="ctr"/>
            <a:r>
              <a:rPr lang="en-US" altLang="en-US" b="1" dirty="0">
                <a:solidFill>
                  <a:srgbClr val="0B5395"/>
                </a:solidFill>
                <a:latin typeface="Garamond" panose="02020404030301010803" pitchFamily="18" charset="0"/>
              </a:rPr>
              <a:t>Business Strategy Development or Review</a:t>
            </a:r>
          </a:p>
        </p:txBody>
      </p:sp>
      <p:pic>
        <p:nvPicPr>
          <p:cNvPr id="5" name="Picture 4">
            <a:extLst>
              <a:ext uri="{FF2B5EF4-FFF2-40B4-BE49-F238E27FC236}">
                <a16:creationId xmlns:a16="http://schemas.microsoft.com/office/drawing/2014/main" id="{8A7E24BE-9DBD-28AF-1693-6CAEABAFFF91}"/>
              </a:ext>
            </a:extLst>
          </p:cNvPr>
          <p:cNvPicPr>
            <a:picLocks noChangeAspect="1"/>
          </p:cNvPicPr>
          <p:nvPr/>
        </p:nvPicPr>
        <p:blipFill>
          <a:blip r:embed="rId3"/>
          <a:stretch>
            <a:fillRect/>
          </a:stretch>
        </p:blipFill>
        <p:spPr>
          <a:xfrm>
            <a:off x="7123712" y="3848282"/>
            <a:ext cx="4655203" cy="1781831"/>
          </a:xfrm>
          <a:prstGeom prst="rect">
            <a:avLst/>
          </a:prstGeom>
        </p:spPr>
      </p:pic>
      <p:pic>
        <p:nvPicPr>
          <p:cNvPr id="6" name="Picture 5">
            <a:extLst>
              <a:ext uri="{FF2B5EF4-FFF2-40B4-BE49-F238E27FC236}">
                <a16:creationId xmlns:a16="http://schemas.microsoft.com/office/drawing/2014/main" id="{6AB26A56-9DD3-4C8D-1A22-E2FB1EA01F78}"/>
              </a:ext>
            </a:extLst>
          </p:cNvPr>
          <p:cNvPicPr>
            <a:picLocks noChangeAspect="1"/>
          </p:cNvPicPr>
          <p:nvPr/>
        </p:nvPicPr>
        <p:blipFill>
          <a:blip r:embed="rId4"/>
          <a:stretch>
            <a:fillRect/>
          </a:stretch>
        </p:blipFill>
        <p:spPr>
          <a:xfrm>
            <a:off x="7123712" y="1862342"/>
            <a:ext cx="4655203" cy="1734791"/>
          </a:xfrm>
          <a:prstGeom prst="rect">
            <a:avLst/>
          </a:prstGeom>
        </p:spPr>
      </p:pic>
      <p:sp>
        <p:nvSpPr>
          <p:cNvPr id="7" name="Content Placeholder 2">
            <a:extLst>
              <a:ext uri="{FF2B5EF4-FFF2-40B4-BE49-F238E27FC236}">
                <a16:creationId xmlns:a16="http://schemas.microsoft.com/office/drawing/2014/main" id="{0050F671-6821-6FBB-3198-1AAAAFE62816}"/>
              </a:ext>
            </a:extLst>
          </p:cNvPr>
          <p:cNvSpPr txBox="1">
            <a:spLocks/>
          </p:cNvSpPr>
          <p:nvPr/>
        </p:nvSpPr>
        <p:spPr>
          <a:xfrm>
            <a:off x="866274" y="1764710"/>
            <a:ext cx="5763125" cy="3798632"/>
          </a:xfrm>
          <a:prstGeom prst="rect">
            <a:avLst/>
          </a:prstGeom>
        </p:spPr>
        <p:txBody>
          <a:bodyPr>
            <a:noAutofit/>
          </a:bodyPr>
          <a:lstStyle>
            <a:lvl1pPr marL="228600" indent="-228600" algn="l" defTabSz="914400" rtl="0" eaLnBrk="1" latinLnBrk="0" hangingPunct="1">
              <a:lnSpc>
                <a:spcPct val="90000"/>
              </a:lnSpc>
              <a:spcBef>
                <a:spcPts val="1800"/>
              </a:spcBef>
              <a:buClr>
                <a:schemeClr val="accent1">
                  <a:lumMod val="75000"/>
                </a:schemeClr>
              </a:buClr>
              <a:buSzPct val="100000"/>
              <a:buFont typeface="Arial" pitchFamily="34" charset="0"/>
              <a:buChar char="▪"/>
              <a:defRPr sz="2000" kern="1200">
                <a:solidFill>
                  <a:schemeClr val="tx1"/>
                </a:solidFill>
                <a:latin typeface="+mn-lt"/>
                <a:ea typeface="+mn-ea"/>
                <a:cs typeface="+mn-cs"/>
              </a:defRPr>
            </a:lvl1pPr>
            <a:lvl2pPr marL="457200" indent="-182880" algn="l" defTabSz="914400" rtl="0" eaLnBrk="1" latinLnBrk="0" hangingPunct="1">
              <a:lnSpc>
                <a:spcPct val="90000"/>
              </a:lnSpc>
              <a:spcBef>
                <a:spcPts val="1200"/>
              </a:spcBef>
              <a:buClr>
                <a:schemeClr val="accent1">
                  <a:lumMod val="75000"/>
                </a:schemeClr>
              </a:buClr>
              <a:buSzPct val="100000"/>
              <a:buFont typeface="Arial" pitchFamily="34" charset="0"/>
              <a:buChar char="▪"/>
              <a:defRPr sz="1800" kern="1200">
                <a:solidFill>
                  <a:schemeClr val="tx1"/>
                </a:solidFill>
                <a:latin typeface="+mn-lt"/>
                <a:ea typeface="+mn-ea"/>
                <a:cs typeface="+mn-cs"/>
              </a:defRPr>
            </a:lvl2pPr>
            <a:lvl3pPr marL="685800" indent="-179388" algn="l" defTabSz="914400" rtl="0" eaLnBrk="1" latinLnBrk="0" hangingPunct="1">
              <a:lnSpc>
                <a:spcPct val="90000"/>
              </a:lnSpc>
              <a:spcBef>
                <a:spcPts val="800"/>
              </a:spcBef>
              <a:buClr>
                <a:schemeClr val="accent1">
                  <a:lumMod val="75000"/>
                </a:schemeClr>
              </a:buClr>
              <a:buSzPct val="100000"/>
              <a:buFont typeface="Arial" pitchFamily="34" charset="0"/>
              <a:buChar char="▪"/>
              <a:defRPr sz="1600" kern="1200">
                <a:solidFill>
                  <a:schemeClr val="tx1"/>
                </a:solidFill>
                <a:latin typeface="+mn-lt"/>
                <a:ea typeface="+mn-ea"/>
                <a:cs typeface="+mn-cs"/>
              </a:defRPr>
            </a:lvl3pPr>
            <a:lvl4pPr marL="914400" indent="-182880" algn="l" defTabSz="914400" rtl="0" eaLnBrk="1" latinLnBrk="0" hangingPunct="1">
              <a:lnSpc>
                <a:spcPct val="90000"/>
              </a:lnSpc>
              <a:spcBef>
                <a:spcPts val="8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4pPr>
            <a:lvl5pPr marL="1143000" indent="-179388" algn="l" defTabSz="914400" rtl="0" eaLnBrk="1" latinLnBrk="0" hangingPunct="1">
              <a:lnSpc>
                <a:spcPct val="90000"/>
              </a:lnSpc>
              <a:spcBef>
                <a:spcPts val="6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5pPr>
            <a:lvl6pPr marL="1371600" indent="-182880" algn="l" defTabSz="914400" rtl="0" eaLnBrk="1" latinLnBrk="0" hangingPunct="1">
              <a:lnSpc>
                <a:spcPct val="90000"/>
              </a:lnSpc>
              <a:spcBef>
                <a:spcPts val="6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6pPr>
            <a:lvl7pPr marL="1600200" indent="-179388" algn="l" defTabSz="914400" rtl="0" eaLnBrk="1" latinLnBrk="0" hangingPunct="1">
              <a:lnSpc>
                <a:spcPct val="90000"/>
              </a:lnSpc>
              <a:spcBef>
                <a:spcPts val="6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7pPr>
            <a:lvl8pPr marL="1828800" indent="-182880" algn="l" defTabSz="914400" rtl="0" eaLnBrk="1" latinLnBrk="0" hangingPunct="1">
              <a:lnSpc>
                <a:spcPct val="90000"/>
              </a:lnSpc>
              <a:spcBef>
                <a:spcPts val="6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8pPr>
            <a:lvl9pPr marL="1878012" indent="0" algn="l" defTabSz="914400" rtl="0" eaLnBrk="1" latinLnBrk="0" hangingPunct="1">
              <a:lnSpc>
                <a:spcPct val="90000"/>
              </a:lnSpc>
              <a:spcBef>
                <a:spcPts val="600"/>
              </a:spcBef>
              <a:buClr>
                <a:schemeClr val="accent1">
                  <a:lumMod val="75000"/>
                </a:schemeClr>
              </a:buClr>
              <a:buSzPct val="100000"/>
              <a:buFont typeface="Arial" pitchFamily="34" charset="0"/>
              <a:buNone/>
              <a:defRPr sz="1400" kern="1200">
                <a:solidFill>
                  <a:schemeClr val="tx1"/>
                </a:solidFill>
                <a:latin typeface="+mn-lt"/>
                <a:ea typeface="+mn-ea"/>
                <a:cs typeface="+mn-cs"/>
              </a:defRPr>
            </a:lvl9pPr>
          </a:lstStyle>
          <a:p>
            <a:r>
              <a:rPr lang="en-US" sz="3200" dirty="0">
                <a:latin typeface="Garamond" panose="02020404030301010803" pitchFamily="18" charset="0"/>
              </a:rPr>
              <a:t>The new service strategy and specific new service ideas must fit within the larger strategic mission and vision of the organization. </a:t>
            </a:r>
          </a:p>
          <a:p>
            <a:pPr lvl="1"/>
            <a:r>
              <a:rPr lang="en-US" sz="3000" dirty="0">
                <a:latin typeface="Garamond" panose="02020404030301010803" pitchFamily="18" charset="0"/>
              </a:rPr>
              <a:t>What is the mission of the company? (You can usually find this in the tag-line).</a:t>
            </a:r>
          </a:p>
          <a:p>
            <a:pPr lvl="1"/>
            <a:r>
              <a:rPr lang="en-US" sz="3000" dirty="0">
                <a:latin typeface="Garamond" panose="02020404030301010803" pitchFamily="18" charset="0"/>
              </a:rPr>
              <a:t>How does this new service fit that mission?</a:t>
            </a:r>
          </a:p>
        </p:txBody>
      </p:sp>
    </p:spTree>
    <p:extLst>
      <p:ext uri="{BB962C8B-B14F-4D97-AF65-F5344CB8AC3E}">
        <p14:creationId xmlns:p14="http://schemas.microsoft.com/office/powerpoint/2010/main" val="39431437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F815E232-45C9-1142-B84F-FD0CE83D9488}"/>
              </a:ext>
            </a:extLst>
          </p:cNvPr>
          <p:cNvSpPr>
            <a:spLocks noGrp="1"/>
          </p:cNvSpPr>
          <p:nvPr>
            <p:ph type="title"/>
          </p:nvPr>
        </p:nvSpPr>
        <p:spPr>
          <a:xfrm>
            <a:off x="372978" y="227970"/>
            <a:ext cx="11405937" cy="1143000"/>
          </a:xfrm>
        </p:spPr>
        <p:txBody>
          <a:bodyPr/>
          <a:lstStyle/>
          <a:p>
            <a:pPr algn="ctr"/>
            <a:r>
              <a:rPr lang="en-US" altLang="en-US" b="1" dirty="0">
                <a:solidFill>
                  <a:srgbClr val="0B5395"/>
                </a:solidFill>
                <a:latin typeface="Garamond" panose="02020404030301010803" pitchFamily="18" charset="0"/>
              </a:rPr>
              <a:t>New Service Strategy Development</a:t>
            </a:r>
          </a:p>
        </p:txBody>
      </p:sp>
      <p:sp>
        <p:nvSpPr>
          <p:cNvPr id="7" name="Content Placeholder 2">
            <a:extLst>
              <a:ext uri="{FF2B5EF4-FFF2-40B4-BE49-F238E27FC236}">
                <a16:creationId xmlns:a16="http://schemas.microsoft.com/office/drawing/2014/main" id="{0050F671-6821-6FBB-3198-1AAAAFE62816}"/>
              </a:ext>
            </a:extLst>
          </p:cNvPr>
          <p:cNvSpPr txBox="1">
            <a:spLocks/>
          </p:cNvSpPr>
          <p:nvPr/>
        </p:nvSpPr>
        <p:spPr>
          <a:xfrm>
            <a:off x="866274" y="1764711"/>
            <a:ext cx="10672010" cy="3798632"/>
          </a:xfrm>
          <a:prstGeom prst="rect">
            <a:avLst/>
          </a:prstGeom>
        </p:spPr>
        <p:txBody>
          <a:bodyPr>
            <a:noAutofit/>
          </a:bodyPr>
          <a:lstStyle>
            <a:lvl1pPr marL="228600" indent="-228600" algn="l" defTabSz="914400" rtl="0" eaLnBrk="1" latinLnBrk="0" hangingPunct="1">
              <a:lnSpc>
                <a:spcPct val="90000"/>
              </a:lnSpc>
              <a:spcBef>
                <a:spcPts val="1800"/>
              </a:spcBef>
              <a:buClr>
                <a:schemeClr val="accent1">
                  <a:lumMod val="75000"/>
                </a:schemeClr>
              </a:buClr>
              <a:buSzPct val="100000"/>
              <a:buFont typeface="Arial" pitchFamily="34" charset="0"/>
              <a:buChar char="▪"/>
              <a:defRPr sz="2000" kern="1200">
                <a:solidFill>
                  <a:schemeClr val="tx1"/>
                </a:solidFill>
                <a:latin typeface="+mn-lt"/>
                <a:ea typeface="+mn-ea"/>
                <a:cs typeface="+mn-cs"/>
              </a:defRPr>
            </a:lvl1pPr>
            <a:lvl2pPr marL="457200" indent="-182880" algn="l" defTabSz="914400" rtl="0" eaLnBrk="1" latinLnBrk="0" hangingPunct="1">
              <a:lnSpc>
                <a:spcPct val="90000"/>
              </a:lnSpc>
              <a:spcBef>
                <a:spcPts val="1200"/>
              </a:spcBef>
              <a:buClr>
                <a:schemeClr val="accent1">
                  <a:lumMod val="75000"/>
                </a:schemeClr>
              </a:buClr>
              <a:buSzPct val="100000"/>
              <a:buFont typeface="Arial" pitchFamily="34" charset="0"/>
              <a:buChar char="▪"/>
              <a:defRPr sz="1800" kern="1200">
                <a:solidFill>
                  <a:schemeClr val="tx1"/>
                </a:solidFill>
                <a:latin typeface="+mn-lt"/>
                <a:ea typeface="+mn-ea"/>
                <a:cs typeface="+mn-cs"/>
              </a:defRPr>
            </a:lvl2pPr>
            <a:lvl3pPr marL="685800" indent="-179388" algn="l" defTabSz="914400" rtl="0" eaLnBrk="1" latinLnBrk="0" hangingPunct="1">
              <a:lnSpc>
                <a:spcPct val="90000"/>
              </a:lnSpc>
              <a:spcBef>
                <a:spcPts val="800"/>
              </a:spcBef>
              <a:buClr>
                <a:schemeClr val="accent1">
                  <a:lumMod val="75000"/>
                </a:schemeClr>
              </a:buClr>
              <a:buSzPct val="100000"/>
              <a:buFont typeface="Arial" pitchFamily="34" charset="0"/>
              <a:buChar char="▪"/>
              <a:defRPr sz="1600" kern="1200">
                <a:solidFill>
                  <a:schemeClr val="tx1"/>
                </a:solidFill>
                <a:latin typeface="+mn-lt"/>
                <a:ea typeface="+mn-ea"/>
                <a:cs typeface="+mn-cs"/>
              </a:defRPr>
            </a:lvl3pPr>
            <a:lvl4pPr marL="914400" indent="-182880" algn="l" defTabSz="914400" rtl="0" eaLnBrk="1" latinLnBrk="0" hangingPunct="1">
              <a:lnSpc>
                <a:spcPct val="90000"/>
              </a:lnSpc>
              <a:spcBef>
                <a:spcPts val="8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4pPr>
            <a:lvl5pPr marL="1143000" indent="-179388" algn="l" defTabSz="914400" rtl="0" eaLnBrk="1" latinLnBrk="0" hangingPunct="1">
              <a:lnSpc>
                <a:spcPct val="90000"/>
              </a:lnSpc>
              <a:spcBef>
                <a:spcPts val="6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5pPr>
            <a:lvl6pPr marL="1371600" indent="-182880" algn="l" defTabSz="914400" rtl="0" eaLnBrk="1" latinLnBrk="0" hangingPunct="1">
              <a:lnSpc>
                <a:spcPct val="90000"/>
              </a:lnSpc>
              <a:spcBef>
                <a:spcPts val="6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6pPr>
            <a:lvl7pPr marL="1600200" indent="-179388" algn="l" defTabSz="914400" rtl="0" eaLnBrk="1" latinLnBrk="0" hangingPunct="1">
              <a:lnSpc>
                <a:spcPct val="90000"/>
              </a:lnSpc>
              <a:spcBef>
                <a:spcPts val="6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7pPr>
            <a:lvl8pPr marL="1828800" indent="-182880" algn="l" defTabSz="914400" rtl="0" eaLnBrk="1" latinLnBrk="0" hangingPunct="1">
              <a:lnSpc>
                <a:spcPct val="90000"/>
              </a:lnSpc>
              <a:spcBef>
                <a:spcPts val="6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8pPr>
            <a:lvl9pPr marL="1878012" indent="0" algn="l" defTabSz="914400" rtl="0" eaLnBrk="1" latinLnBrk="0" hangingPunct="1">
              <a:lnSpc>
                <a:spcPct val="90000"/>
              </a:lnSpc>
              <a:spcBef>
                <a:spcPts val="600"/>
              </a:spcBef>
              <a:buClr>
                <a:schemeClr val="accent1">
                  <a:lumMod val="75000"/>
                </a:schemeClr>
              </a:buClr>
              <a:buSzPct val="100000"/>
              <a:buFont typeface="Arial" pitchFamily="34" charset="0"/>
              <a:buNone/>
              <a:defRPr sz="1400" kern="1200">
                <a:solidFill>
                  <a:schemeClr val="tx1"/>
                </a:solidFill>
                <a:latin typeface="+mn-lt"/>
                <a:ea typeface="+mn-ea"/>
                <a:cs typeface="+mn-cs"/>
              </a:defRPr>
            </a:lvl9pPr>
          </a:lstStyle>
          <a:p>
            <a:pPr marL="0" indent="0">
              <a:buNone/>
            </a:pPr>
            <a:r>
              <a:rPr lang="en-US" sz="3200" dirty="0">
                <a:latin typeface="Garamond" panose="02020404030301010803" pitchFamily="18" charset="0"/>
              </a:rPr>
              <a:t>This framework allows and organization to identify growth opportunities and can be helpful as a catalyst for creative ideas.</a:t>
            </a:r>
          </a:p>
        </p:txBody>
      </p:sp>
      <p:pic>
        <p:nvPicPr>
          <p:cNvPr id="5" name="Picture 4">
            <a:extLst>
              <a:ext uri="{FF2B5EF4-FFF2-40B4-BE49-F238E27FC236}">
                <a16:creationId xmlns:a16="http://schemas.microsoft.com/office/drawing/2014/main" id="{EA63C07E-C958-2F06-2BDE-BF3BD336E4F7}"/>
              </a:ext>
            </a:extLst>
          </p:cNvPr>
          <p:cNvPicPr>
            <a:picLocks noChangeAspect="1"/>
          </p:cNvPicPr>
          <p:nvPr/>
        </p:nvPicPr>
        <p:blipFill>
          <a:blip r:embed="rId3"/>
          <a:stretch>
            <a:fillRect/>
          </a:stretch>
        </p:blipFill>
        <p:spPr>
          <a:xfrm>
            <a:off x="653716" y="2767263"/>
            <a:ext cx="10701704" cy="3277127"/>
          </a:xfrm>
          <a:prstGeom prst="rect">
            <a:avLst/>
          </a:prstGeom>
        </p:spPr>
      </p:pic>
    </p:spTree>
    <p:extLst>
      <p:ext uri="{BB962C8B-B14F-4D97-AF65-F5344CB8AC3E}">
        <p14:creationId xmlns:p14="http://schemas.microsoft.com/office/powerpoint/2010/main" val="6883382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F815E232-45C9-1142-B84F-FD0CE83D9488}"/>
              </a:ext>
            </a:extLst>
          </p:cNvPr>
          <p:cNvSpPr>
            <a:spLocks noGrp="1"/>
          </p:cNvSpPr>
          <p:nvPr>
            <p:ph type="title"/>
          </p:nvPr>
        </p:nvSpPr>
        <p:spPr>
          <a:xfrm>
            <a:off x="372978" y="227970"/>
            <a:ext cx="11405937" cy="1143000"/>
          </a:xfrm>
        </p:spPr>
        <p:txBody>
          <a:bodyPr/>
          <a:lstStyle/>
          <a:p>
            <a:pPr algn="ctr"/>
            <a:r>
              <a:rPr lang="en-US" altLang="en-US" b="1" dirty="0">
                <a:solidFill>
                  <a:srgbClr val="0B5395"/>
                </a:solidFill>
                <a:latin typeface="Garamond" panose="02020404030301010803" pitchFamily="18" charset="0"/>
              </a:rPr>
              <a:t>Idea Generation</a:t>
            </a:r>
          </a:p>
        </p:txBody>
      </p:sp>
      <p:sp>
        <p:nvSpPr>
          <p:cNvPr id="7" name="Content Placeholder 2">
            <a:extLst>
              <a:ext uri="{FF2B5EF4-FFF2-40B4-BE49-F238E27FC236}">
                <a16:creationId xmlns:a16="http://schemas.microsoft.com/office/drawing/2014/main" id="{0050F671-6821-6FBB-3198-1AAAAFE62816}"/>
              </a:ext>
            </a:extLst>
          </p:cNvPr>
          <p:cNvSpPr txBox="1">
            <a:spLocks/>
          </p:cNvSpPr>
          <p:nvPr/>
        </p:nvSpPr>
        <p:spPr>
          <a:xfrm>
            <a:off x="866274" y="1740647"/>
            <a:ext cx="10599821" cy="3798632"/>
          </a:xfrm>
          <a:prstGeom prst="rect">
            <a:avLst/>
          </a:prstGeom>
        </p:spPr>
        <p:txBody>
          <a:bodyPr>
            <a:noAutofit/>
          </a:bodyPr>
          <a:lstStyle>
            <a:lvl1pPr marL="228600" indent="-228600" algn="l" defTabSz="914400" rtl="0" eaLnBrk="1" latinLnBrk="0" hangingPunct="1">
              <a:lnSpc>
                <a:spcPct val="90000"/>
              </a:lnSpc>
              <a:spcBef>
                <a:spcPts val="1800"/>
              </a:spcBef>
              <a:buClr>
                <a:schemeClr val="accent1">
                  <a:lumMod val="75000"/>
                </a:schemeClr>
              </a:buClr>
              <a:buSzPct val="100000"/>
              <a:buFont typeface="Arial" pitchFamily="34" charset="0"/>
              <a:buChar char="▪"/>
              <a:defRPr sz="2000" kern="1200">
                <a:solidFill>
                  <a:schemeClr val="tx1"/>
                </a:solidFill>
                <a:latin typeface="+mn-lt"/>
                <a:ea typeface="+mn-ea"/>
                <a:cs typeface="+mn-cs"/>
              </a:defRPr>
            </a:lvl1pPr>
            <a:lvl2pPr marL="457200" indent="-182880" algn="l" defTabSz="914400" rtl="0" eaLnBrk="1" latinLnBrk="0" hangingPunct="1">
              <a:lnSpc>
                <a:spcPct val="90000"/>
              </a:lnSpc>
              <a:spcBef>
                <a:spcPts val="1200"/>
              </a:spcBef>
              <a:buClr>
                <a:schemeClr val="accent1">
                  <a:lumMod val="75000"/>
                </a:schemeClr>
              </a:buClr>
              <a:buSzPct val="100000"/>
              <a:buFont typeface="Arial" pitchFamily="34" charset="0"/>
              <a:buChar char="▪"/>
              <a:defRPr sz="1800" kern="1200">
                <a:solidFill>
                  <a:schemeClr val="tx1"/>
                </a:solidFill>
                <a:latin typeface="+mn-lt"/>
                <a:ea typeface="+mn-ea"/>
                <a:cs typeface="+mn-cs"/>
              </a:defRPr>
            </a:lvl2pPr>
            <a:lvl3pPr marL="685800" indent="-179388" algn="l" defTabSz="914400" rtl="0" eaLnBrk="1" latinLnBrk="0" hangingPunct="1">
              <a:lnSpc>
                <a:spcPct val="90000"/>
              </a:lnSpc>
              <a:spcBef>
                <a:spcPts val="800"/>
              </a:spcBef>
              <a:buClr>
                <a:schemeClr val="accent1">
                  <a:lumMod val="75000"/>
                </a:schemeClr>
              </a:buClr>
              <a:buSzPct val="100000"/>
              <a:buFont typeface="Arial" pitchFamily="34" charset="0"/>
              <a:buChar char="▪"/>
              <a:defRPr sz="1600" kern="1200">
                <a:solidFill>
                  <a:schemeClr val="tx1"/>
                </a:solidFill>
                <a:latin typeface="+mn-lt"/>
                <a:ea typeface="+mn-ea"/>
                <a:cs typeface="+mn-cs"/>
              </a:defRPr>
            </a:lvl3pPr>
            <a:lvl4pPr marL="914400" indent="-182880" algn="l" defTabSz="914400" rtl="0" eaLnBrk="1" latinLnBrk="0" hangingPunct="1">
              <a:lnSpc>
                <a:spcPct val="90000"/>
              </a:lnSpc>
              <a:spcBef>
                <a:spcPts val="8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4pPr>
            <a:lvl5pPr marL="1143000" indent="-179388" algn="l" defTabSz="914400" rtl="0" eaLnBrk="1" latinLnBrk="0" hangingPunct="1">
              <a:lnSpc>
                <a:spcPct val="90000"/>
              </a:lnSpc>
              <a:spcBef>
                <a:spcPts val="6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5pPr>
            <a:lvl6pPr marL="1371600" indent="-182880" algn="l" defTabSz="914400" rtl="0" eaLnBrk="1" latinLnBrk="0" hangingPunct="1">
              <a:lnSpc>
                <a:spcPct val="90000"/>
              </a:lnSpc>
              <a:spcBef>
                <a:spcPts val="6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6pPr>
            <a:lvl7pPr marL="1600200" indent="-179388" algn="l" defTabSz="914400" rtl="0" eaLnBrk="1" latinLnBrk="0" hangingPunct="1">
              <a:lnSpc>
                <a:spcPct val="90000"/>
              </a:lnSpc>
              <a:spcBef>
                <a:spcPts val="6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7pPr>
            <a:lvl8pPr marL="1828800" indent="-182880" algn="l" defTabSz="914400" rtl="0" eaLnBrk="1" latinLnBrk="0" hangingPunct="1">
              <a:lnSpc>
                <a:spcPct val="90000"/>
              </a:lnSpc>
              <a:spcBef>
                <a:spcPts val="6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8pPr>
            <a:lvl9pPr marL="1878012" indent="0" algn="l" defTabSz="914400" rtl="0" eaLnBrk="1" latinLnBrk="0" hangingPunct="1">
              <a:lnSpc>
                <a:spcPct val="90000"/>
              </a:lnSpc>
              <a:spcBef>
                <a:spcPts val="600"/>
              </a:spcBef>
              <a:buClr>
                <a:schemeClr val="accent1">
                  <a:lumMod val="75000"/>
                </a:schemeClr>
              </a:buClr>
              <a:buSzPct val="100000"/>
              <a:buFont typeface="Arial" pitchFamily="34" charset="0"/>
              <a:buNone/>
              <a:defRPr sz="1400" kern="1200">
                <a:solidFill>
                  <a:schemeClr val="tx1"/>
                </a:solidFill>
                <a:latin typeface="+mn-lt"/>
                <a:ea typeface="+mn-ea"/>
                <a:cs typeface="+mn-cs"/>
              </a:defRPr>
            </a:lvl9pPr>
          </a:lstStyle>
          <a:p>
            <a:r>
              <a:rPr lang="en-US" sz="2800" dirty="0">
                <a:latin typeface="Garamond" panose="02020404030301010803" pitchFamily="18" charset="0"/>
              </a:rPr>
              <a:t>Generate new ideas that can be evaluated in light of the new service strategy screening criteria described in the preceding steps.</a:t>
            </a:r>
          </a:p>
          <a:p>
            <a:r>
              <a:rPr lang="en-US" sz="2800" dirty="0">
                <a:latin typeface="Garamond" panose="02020404030301010803" pitchFamily="18" charset="0"/>
              </a:rPr>
              <a:t>Can include collaboration with customers, vendors, even competition. </a:t>
            </a:r>
          </a:p>
          <a:p>
            <a:r>
              <a:rPr lang="en-US" sz="2800" dirty="0">
                <a:latin typeface="Garamond" panose="02020404030301010803" pitchFamily="18" charset="0"/>
              </a:rPr>
              <a:t>Observing customers and how they use the firm’s services and products can also elicit creative ideas (empathic design). </a:t>
            </a:r>
          </a:p>
          <a:p>
            <a:r>
              <a:rPr lang="en-US" sz="2800" dirty="0">
                <a:latin typeface="Garamond" panose="02020404030301010803" pitchFamily="18" charset="0"/>
              </a:rPr>
              <a:t>There must be some established mechanism for ensuring an ongoing stream of new service possibilities.</a:t>
            </a:r>
          </a:p>
        </p:txBody>
      </p:sp>
    </p:spTree>
    <p:extLst>
      <p:ext uri="{BB962C8B-B14F-4D97-AF65-F5344CB8AC3E}">
        <p14:creationId xmlns:p14="http://schemas.microsoft.com/office/powerpoint/2010/main" val="9157471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F815E232-45C9-1142-B84F-FD0CE83D9488}"/>
              </a:ext>
            </a:extLst>
          </p:cNvPr>
          <p:cNvSpPr>
            <a:spLocks noGrp="1"/>
          </p:cNvSpPr>
          <p:nvPr>
            <p:ph type="title"/>
          </p:nvPr>
        </p:nvSpPr>
        <p:spPr>
          <a:xfrm>
            <a:off x="372978" y="227970"/>
            <a:ext cx="11405937" cy="1143000"/>
          </a:xfrm>
        </p:spPr>
        <p:txBody>
          <a:bodyPr/>
          <a:lstStyle/>
          <a:p>
            <a:pPr algn="ctr"/>
            <a:r>
              <a:rPr lang="en-US" altLang="en-US" b="1" dirty="0">
                <a:solidFill>
                  <a:srgbClr val="0B5395"/>
                </a:solidFill>
                <a:latin typeface="Garamond" panose="02020404030301010803" pitchFamily="18" charset="0"/>
              </a:rPr>
              <a:t>Service Concept Development and Evaluation</a:t>
            </a:r>
          </a:p>
        </p:txBody>
      </p:sp>
      <p:sp>
        <p:nvSpPr>
          <p:cNvPr id="7" name="Content Placeholder 2">
            <a:extLst>
              <a:ext uri="{FF2B5EF4-FFF2-40B4-BE49-F238E27FC236}">
                <a16:creationId xmlns:a16="http://schemas.microsoft.com/office/drawing/2014/main" id="{0050F671-6821-6FBB-3198-1AAAAFE62816}"/>
              </a:ext>
            </a:extLst>
          </p:cNvPr>
          <p:cNvSpPr txBox="1">
            <a:spLocks/>
          </p:cNvSpPr>
          <p:nvPr/>
        </p:nvSpPr>
        <p:spPr>
          <a:xfrm>
            <a:off x="866274" y="1668457"/>
            <a:ext cx="10443410" cy="3798632"/>
          </a:xfrm>
          <a:prstGeom prst="rect">
            <a:avLst/>
          </a:prstGeom>
        </p:spPr>
        <p:txBody>
          <a:bodyPr>
            <a:noAutofit/>
          </a:bodyPr>
          <a:lstStyle>
            <a:lvl1pPr marL="228600" indent="-228600" algn="l" defTabSz="914400" rtl="0" eaLnBrk="1" latinLnBrk="0" hangingPunct="1">
              <a:lnSpc>
                <a:spcPct val="90000"/>
              </a:lnSpc>
              <a:spcBef>
                <a:spcPts val="1800"/>
              </a:spcBef>
              <a:buClr>
                <a:schemeClr val="accent1">
                  <a:lumMod val="75000"/>
                </a:schemeClr>
              </a:buClr>
              <a:buSzPct val="100000"/>
              <a:buFont typeface="Arial" pitchFamily="34" charset="0"/>
              <a:buChar char="▪"/>
              <a:defRPr sz="2000" kern="1200">
                <a:solidFill>
                  <a:schemeClr val="tx1"/>
                </a:solidFill>
                <a:latin typeface="+mn-lt"/>
                <a:ea typeface="+mn-ea"/>
                <a:cs typeface="+mn-cs"/>
              </a:defRPr>
            </a:lvl1pPr>
            <a:lvl2pPr marL="457200" indent="-182880" algn="l" defTabSz="914400" rtl="0" eaLnBrk="1" latinLnBrk="0" hangingPunct="1">
              <a:lnSpc>
                <a:spcPct val="90000"/>
              </a:lnSpc>
              <a:spcBef>
                <a:spcPts val="1200"/>
              </a:spcBef>
              <a:buClr>
                <a:schemeClr val="accent1">
                  <a:lumMod val="75000"/>
                </a:schemeClr>
              </a:buClr>
              <a:buSzPct val="100000"/>
              <a:buFont typeface="Arial" pitchFamily="34" charset="0"/>
              <a:buChar char="▪"/>
              <a:defRPr sz="1800" kern="1200">
                <a:solidFill>
                  <a:schemeClr val="tx1"/>
                </a:solidFill>
                <a:latin typeface="+mn-lt"/>
                <a:ea typeface="+mn-ea"/>
                <a:cs typeface="+mn-cs"/>
              </a:defRPr>
            </a:lvl2pPr>
            <a:lvl3pPr marL="685800" indent="-179388" algn="l" defTabSz="914400" rtl="0" eaLnBrk="1" latinLnBrk="0" hangingPunct="1">
              <a:lnSpc>
                <a:spcPct val="90000"/>
              </a:lnSpc>
              <a:spcBef>
                <a:spcPts val="800"/>
              </a:spcBef>
              <a:buClr>
                <a:schemeClr val="accent1">
                  <a:lumMod val="75000"/>
                </a:schemeClr>
              </a:buClr>
              <a:buSzPct val="100000"/>
              <a:buFont typeface="Arial" pitchFamily="34" charset="0"/>
              <a:buChar char="▪"/>
              <a:defRPr sz="1600" kern="1200">
                <a:solidFill>
                  <a:schemeClr val="tx1"/>
                </a:solidFill>
                <a:latin typeface="+mn-lt"/>
                <a:ea typeface="+mn-ea"/>
                <a:cs typeface="+mn-cs"/>
              </a:defRPr>
            </a:lvl3pPr>
            <a:lvl4pPr marL="914400" indent="-182880" algn="l" defTabSz="914400" rtl="0" eaLnBrk="1" latinLnBrk="0" hangingPunct="1">
              <a:lnSpc>
                <a:spcPct val="90000"/>
              </a:lnSpc>
              <a:spcBef>
                <a:spcPts val="8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4pPr>
            <a:lvl5pPr marL="1143000" indent="-179388" algn="l" defTabSz="914400" rtl="0" eaLnBrk="1" latinLnBrk="0" hangingPunct="1">
              <a:lnSpc>
                <a:spcPct val="90000"/>
              </a:lnSpc>
              <a:spcBef>
                <a:spcPts val="6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5pPr>
            <a:lvl6pPr marL="1371600" indent="-182880" algn="l" defTabSz="914400" rtl="0" eaLnBrk="1" latinLnBrk="0" hangingPunct="1">
              <a:lnSpc>
                <a:spcPct val="90000"/>
              </a:lnSpc>
              <a:spcBef>
                <a:spcPts val="6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6pPr>
            <a:lvl7pPr marL="1600200" indent="-179388" algn="l" defTabSz="914400" rtl="0" eaLnBrk="1" latinLnBrk="0" hangingPunct="1">
              <a:lnSpc>
                <a:spcPct val="90000"/>
              </a:lnSpc>
              <a:spcBef>
                <a:spcPts val="6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7pPr>
            <a:lvl8pPr marL="1828800" indent="-182880" algn="l" defTabSz="914400" rtl="0" eaLnBrk="1" latinLnBrk="0" hangingPunct="1">
              <a:lnSpc>
                <a:spcPct val="90000"/>
              </a:lnSpc>
              <a:spcBef>
                <a:spcPts val="6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8pPr>
            <a:lvl9pPr marL="1878012" indent="0" algn="l" defTabSz="914400" rtl="0" eaLnBrk="1" latinLnBrk="0" hangingPunct="1">
              <a:lnSpc>
                <a:spcPct val="90000"/>
              </a:lnSpc>
              <a:spcBef>
                <a:spcPts val="600"/>
              </a:spcBef>
              <a:buClr>
                <a:schemeClr val="accent1">
                  <a:lumMod val="75000"/>
                </a:schemeClr>
              </a:buClr>
              <a:buSzPct val="100000"/>
              <a:buFont typeface="Arial" pitchFamily="34" charset="0"/>
              <a:buNone/>
              <a:defRPr sz="1400" kern="1200">
                <a:solidFill>
                  <a:schemeClr val="tx1"/>
                </a:solidFill>
                <a:latin typeface="+mn-lt"/>
                <a:ea typeface="+mn-ea"/>
                <a:cs typeface="+mn-cs"/>
              </a:defRPr>
            </a:lvl9pPr>
          </a:lstStyle>
          <a:p>
            <a:r>
              <a:rPr lang="en-US" sz="2800" dirty="0">
                <a:latin typeface="Garamond" panose="02020404030301010803" pitchFamily="18" charset="0"/>
              </a:rPr>
              <a:t>Drawing pictures and describing an intangible service in concrete terms are difficult, especially if it is co-created in real time with customers (ex. hairdresser).</a:t>
            </a:r>
          </a:p>
          <a:p>
            <a:r>
              <a:rPr lang="en-US" sz="2800" dirty="0">
                <a:latin typeface="Garamond" panose="02020404030301010803" pitchFamily="18" charset="0"/>
              </a:rPr>
              <a:t>The phase takes multiple versions until reaching a defined concept.</a:t>
            </a:r>
          </a:p>
          <a:p>
            <a:r>
              <a:rPr lang="en-US" sz="2800" dirty="0">
                <a:latin typeface="Garamond" panose="02020404030301010803" pitchFamily="18" charset="0"/>
              </a:rPr>
              <a:t>After clear definition of the concept, a description should be produced that represents its specific characteristics.</a:t>
            </a:r>
          </a:p>
          <a:p>
            <a:pPr lvl="1"/>
            <a:r>
              <a:rPr lang="en-US" sz="2800" dirty="0">
                <a:latin typeface="Garamond" panose="02020404030301010803" pitchFamily="18" charset="0"/>
              </a:rPr>
              <a:t>This is called a service design document. </a:t>
            </a:r>
          </a:p>
          <a:p>
            <a:r>
              <a:rPr lang="en-US" sz="2800" dirty="0">
                <a:latin typeface="Garamond" panose="02020404030301010803" pitchFamily="18" charset="0"/>
              </a:rPr>
              <a:t>Then, you want to determine initial customer and employee responses to the concept.</a:t>
            </a:r>
          </a:p>
        </p:txBody>
      </p:sp>
    </p:spTree>
    <p:extLst>
      <p:ext uri="{BB962C8B-B14F-4D97-AF65-F5344CB8AC3E}">
        <p14:creationId xmlns:p14="http://schemas.microsoft.com/office/powerpoint/2010/main" val="3730296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F815E232-45C9-1142-B84F-FD0CE83D9488}"/>
              </a:ext>
            </a:extLst>
          </p:cNvPr>
          <p:cNvSpPr>
            <a:spLocks noGrp="1"/>
          </p:cNvSpPr>
          <p:nvPr>
            <p:ph type="title"/>
          </p:nvPr>
        </p:nvSpPr>
        <p:spPr>
          <a:xfrm>
            <a:off x="372978" y="227970"/>
            <a:ext cx="11405937" cy="1143000"/>
          </a:xfrm>
        </p:spPr>
        <p:txBody>
          <a:bodyPr/>
          <a:lstStyle/>
          <a:p>
            <a:pPr algn="ctr"/>
            <a:r>
              <a:rPr lang="en-US" altLang="en-US" dirty="0">
                <a:solidFill>
                  <a:srgbClr val="0B5395"/>
                </a:solidFill>
                <a:latin typeface="Garamond" panose="02020404030301010803" pitchFamily="18" charset="0"/>
              </a:rPr>
              <a:t>Business Analysis</a:t>
            </a:r>
            <a:endParaRPr lang="en-US" altLang="en-US" b="1" dirty="0">
              <a:solidFill>
                <a:srgbClr val="0B5395"/>
              </a:solidFill>
              <a:latin typeface="Garamond" panose="02020404030301010803" pitchFamily="18" charset="0"/>
            </a:endParaRPr>
          </a:p>
        </p:txBody>
      </p:sp>
      <p:sp>
        <p:nvSpPr>
          <p:cNvPr id="7" name="Content Placeholder 2">
            <a:extLst>
              <a:ext uri="{FF2B5EF4-FFF2-40B4-BE49-F238E27FC236}">
                <a16:creationId xmlns:a16="http://schemas.microsoft.com/office/drawing/2014/main" id="{0050F671-6821-6FBB-3198-1AAAAFE62816}"/>
              </a:ext>
            </a:extLst>
          </p:cNvPr>
          <p:cNvSpPr txBox="1">
            <a:spLocks/>
          </p:cNvSpPr>
          <p:nvPr/>
        </p:nvSpPr>
        <p:spPr>
          <a:xfrm>
            <a:off x="866274" y="1704552"/>
            <a:ext cx="10599821" cy="3798632"/>
          </a:xfrm>
          <a:prstGeom prst="rect">
            <a:avLst/>
          </a:prstGeom>
        </p:spPr>
        <p:txBody>
          <a:bodyPr>
            <a:noAutofit/>
          </a:bodyPr>
          <a:lstStyle>
            <a:lvl1pPr marL="228600" indent="-228600" algn="l" defTabSz="914400" rtl="0" eaLnBrk="1" latinLnBrk="0" hangingPunct="1">
              <a:lnSpc>
                <a:spcPct val="90000"/>
              </a:lnSpc>
              <a:spcBef>
                <a:spcPts val="1800"/>
              </a:spcBef>
              <a:buClr>
                <a:schemeClr val="accent1">
                  <a:lumMod val="75000"/>
                </a:schemeClr>
              </a:buClr>
              <a:buSzPct val="100000"/>
              <a:buFont typeface="Arial" pitchFamily="34" charset="0"/>
              <a:buChar char="▪"/>
              <a:defRPr sz="2000" kern="1200">
                <a:solidFill>
                  <a:schemeClr val="tx1"/>
                </a:solidFill>
                <a:latin typeface="+mn-lt"/>
                <a:ea typeface="+mn-ea"/>
                <a:cs typeface="+mn-cs"/>
              </a:defRPr>
            </a:lvl1pPr>
            <a:lvl2pPr marL="457200" indent="-182880" algn="l" defTabSz="914400" rtl="0" eaLnBrk="1" latinLnBrk="0" hangingPunct="1">
              <a:lnSpc>
                <a:spcPct val="90000"/>
              </a:lnSpc>
              <a:spcBef>
                <a:spcPts val="1200"/>
              </a:spcBef>
              <a:buClr>
                <a:schemeClr val="accent1">
                  <a:lumMod val="75000"/>
                </a:schemeClr>
              </a:buClr>
              <a:buSzPct val="100000"/>
              <a:buFont typeface="Arial" pitchFamily="34" charset="0"/>
              <a:buChar char="▪"/>
              <a:defRPr sz="1800" kern="1200">
                <a:solidFill>
                  <a:schemeClr val="tx1"/>
                </a:solidFill>
                <a:latin typeface="+mn-lt"/>
                <a:ea typeface="+mn-ea"/>
                <a:cs typeface="+mn-cs"/>
              </a:defRPr>
            </a:lvl2pPr>
            <a:lvl3pPr marL="685800" indent="-179388" algn="l" defTabSz="914400" rtl="0" eaLnBrk="1" latinLnBrk="0" hangingPunct="1">
              <a:lnSpc>
                <a:spcPct val="90000"/>
              </a:lnSpc>
              <a:spcBef>
                <a:spcPts val="800"/>
              </a:spcBef>
              <a:buClr>
                <a:schemeClr val="accent1">
                  <a:lumMod val="75000"/>
                </a:schemeClr>
              </a:buClr>
              <a:buSzPct val="100000"/>
              <a:buFont typeface="Arial" pitchFamily="34" charset="0"/>
              <a:buChar char="▪"/>
              <a:defRPr sz="1600" kern="1200">
                <a:solidFill>
                  <a:schemeClr val="tx1"/>
                </a:solidFill>
                <a:latin typeface="+mn-lt"/>
                <a:ea typeface="+mn-ea"/>
                <a:cs typeface="+mn-cs"/>
              </a:defRPr>
            </a:lvl3pPr>
            <a:lvl4pPr marL="914400" indent="-182880" algn="l" defTabSz="914400" rtl="0" eaLnBrk="1" latinLnBrk="0" hangingPunct="1">
              <a:lnSpc>
                <a:spcPct val="90000"/>
              </a:lnSpc>
              <a:spcBef>
                <a:spcPts val="8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4pPr>
            <a:lvl5pPr marL="1143000" indent="-179388" algn="l" defTabSz="914400" rtl="0" eaLnBrk="1" latinLnBrk="0" hangingPunct="1">
              <a:lnSpc>
                <a:spcPct val="90000"/>
              </a:lnSpc>
              <a:spcBef>
                <a:spcPts val="6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5pPr>
            <a:lvl6pPr marL="1371600" indent="-182880" algn="l" defTabSz="914400" rtl="0" eaLnBrk="1" latinLnBrk="0" hangingPunct="1">
              <a:lnSpc>
                <a:spcPct val="90000"/>
              </a:lnSpc>
              <a:spcBef>
                <a:spcPts val="6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6pPr>
            <a:lvl7pPr marL="1600200" indent="-179388" algn="l" defTabSz="914400" rtl="0" eaLnBrk="1" latinLnBrk="0" hangingPunct="1">
              <a:lnSpc>
                <a:spcPct val="90000"/>
              </a:lnSpc>
              <a:spcBef>
                <a:spcPts val="6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7pPr>
            <a:lvl8pPr marL="1828800" indent="-182880" algn="l" defTabSz="914400" rtl="0" eaLnBrk="1" latinLnBrk="0" hangingPunct="1">
              <a:lnSpc>
                <a:spcPct val="90000"/>
              </a:lnSpc>
              <a:spcBef>
                <a:spcPts val="6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8pPr>
            <a:lvl9pPr marL="1878012" indent="0" algn="l" defTabSz="914400" rtl="0" eaLnBrk="1" latinLnBrk="0" hangingPunct="1">
              <a:lnSpc>
                <a:spcPct val="90000"/>
              </a:lnSpc>
              <a:spcBef>
                <a:spcPts val="600"/>
              </a:spcBef>
              <a:buClr>
                <a:schemeClr val="accent1">
                  <a:lumMod val="75000"/>
                </a:schemeClr>
              </a:buClr>
              <a:buSzPct val="100000"/>
              <a:buFont typeface="Arial" pitchFamily="34" charset="0"/>
              <a:buNone/>
              <a:defRPr sz="1400" kern="1200">
                <a:solidFill>
                  <a:schemeClr val="tx1"/>
                </a:solidFill>
                <a:latin typeface="+mn-lt"/>
                <a:ea typeface="+mn-ea"/>
                <a:cs typeface="+mn-cs"/>
              </a:defRPr>
            </a:lvl9pPr>
          </a:lstStyle>
          <a:p>
            <a:r>
              <a:rPr lang="en-US" sz="2800" dirty="0">
                <a:latin typeface="Garamond" panose="02020404030301010803" pitchFamily="18" charset="0"/>
              </a:rPr>
              <a:t>Assuming the new service concept is favorably evaluated:</a:t>
            </a:r>
          </a:p>
          <a:p>
            <a:pPr lvl="1"/>
            <a:r>
              <a:rPr lang="en-US" sz="2600" dirty="0">
                <a:latin typeface="Garamond" panose="02020404030301010803" pitchFamily="18" charset="0"/>
              </a:rPr>
              <a:t>Estimate its economic feasibility </a:t>
            </a:r>
          </a:p>
          <a:p>
            <a:pPr lvl="1"/>
            <a:r>
              <a:rPr lang="en-US" sz="2600" dirty="0">
                <a:latin typeface="Garamond" panose="02020404030301010803" pitchFamily="18" charset="0"/>
              </a:rPr>
              <a:t>Estimate its potential profit implications</a:t>
            </a:r>
          </a:p>
          <a:p>
            <a:pPr lvl="1"/>
            <a:r>
              <a:rPr lang="en-US" sz="2600" dirty="0">
                <a:latin typeface="Garamond" panose="02020404030301010803" pitchFamily="18" charset="0"/>
              </a:rPr>
              <a:t>Develop a demand analysis (who will want the service?)</a:t>
            </a:r>
          </a:p>
          <a:p>
            <a:pPr lvl="1"/>
            <a:r>
              <a:rPr lang="en-US" sz="2600" dirty="0">
                <a:latin typeface="Garamond" panose="02020404030301010803" pitchFamily="18" charset="0"/>
              </a:rPr>
              <a:t>Predict revenue projections (how much money will you make?) and how much will it cost</a:t>
            </a:r>
          </a:p>
          <a:p>
            <a:pPr lvl="1"/>
            <a:r>
              <a:rPr lang="en-US" sz="2600" dirty="0">
                <a:latin typeface="Garamond" panose="02020404030301010803" pitchFamily="18" charset="0"/>
              </a:rPr>
              <a:t>Assess operational feasibility (what changes will be needed to make this happen? Can your current facility/employees accommodate this new service?)</a:t>
            </a:r>
          </a:p>
          <a:p>
            <a:pPr lvl="1"/>
            <a:endParaRPr lang="en-US" sz="2600" dirty="0">
              <a:latin typeface="Garamond" panose="02020404030301010803" pitchFamily="18" charset="0"/>
            </a:endParaRPr>
          </a:p>
        </p:txBody>
      </p:sp>
    </p:spTree>
    <p:extLst>
      <p:ext uri="{BB962C8B-B14F-4D97-AF65-F5344CB8AC3E}">
        <p14:creationId xmlns:p14="http://schemas.microsoft.com/office/powerpoint/2010/main" val="36124520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78CAC4-154B-17C1-0B30-3AD92531F594}"/>
              </a:ext>
            </a:extLst>
          </p:cNvPr>
          <p:cNvSpPr>
            <a:spLocks noGrp="1"/>
          </p:cNvSpPr>
          <p:nvPr>
            <p:ph type="title"/>
          </p:nvPr>
        </p:nvSpPr>
        <p:spPr/>
        <p:txBody>
          <a:bodyPr/>
          <a:lstStyle/>
          <a:p>
            <a:r>
              <a:rPr lang="en-US" dirty="0">
                <a:latin typeface="Gill Sans MT" panose="020B0502020104020203" pitchFamily="34" charset="0"/>
              </a:rPr>
              <a:t>Phase 1I: Implementation</a:t>
            </a:r>
          </a:p>
        </p:txBody>
      </p:sp>
      <p:sp>
        <p:nvSpPr>
          <p:cNvPr id="3" name="Text Placeholder 2">
            <a:extLst>
              <a:ext uri="{FF2B5EF4-FFF2-40B4-BE49-F238E27FC236}">
                <a16:creationId xmlns:a16="http://schemas.microsoft.com/office/drawing/2014/main" id="{8B4824AD-83DC-EE84-3CB5-BD2320B5FE89}"/>
              </a:ext>
            </a:extLst>
          </p:cNvPr>
          <p:cNvSpPr>
            <a:spLocks noGrp="1"/>
          </p:cNvSpPr>
          <p:nvPr>
            <p:ph type="body" idx="1"/>
          </p:nvPr>
        </p:nvSpPr>
        <p:spPr/>
        <p:txBody>
          <a:bodyPr/>
          <a:lstStyle/>
          <a:p>
            <a:r>
              <a:rPr lang="en-US" dirty="0">
                <a:latin typeface="Gill Sans MT" panose="020B0502020104020203" pitchFamily="34" charset="0"/>
              </a:rPr>
              <a:t>Four-step process</a:t>
            </a:r>
          </a:p>
        </p:txBody>
      </p:sp>
    </p:spTree>
    <p:extLst>
      <p:ext uri="{BB962C8B-B14F-4D97-AF65-F5344CB8AC3E}">
        <p14:creationId xmlns:p14="http://schemas.microsoft.com/office/powerpoint/2010/main" val="29722082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F815E232-45C9-1142-B84F-FD0CE83D9488}"/>
              </a:ext>
            </a:extLst>
          </p:cNvPr>
          <p:cNvSpPr>
            <a:spLocks noGrp="1"/>
          </p:cNvSpPr>
          <p:nvPr>
            <p:ph type="title"/>
          </p:nvPr>
        </p:nvSpPr>
        <p:spPr>
          <a:xfrm>
            <a:off x="372978" y="227970"/>
            <a:ext cx="11405937" cy="1143000"/>
          </a:xfrm>
        </p:spPr>
        <p:txBody>
          <a:bodyPr/>
          <a:lstStyle/>
          <a:p>
            <a:pPr algn="ctr"/>
            <a:r>
              <a:rPr lang="en-US" altLang="en-US" dirty="0">
                <a:solidFill>
                  <a:srgbClr val="0B5395"/>
                </a:solidFill>
                <a:latin typeface="Garamond" panose="02020404030301010803" pitchFamily="18" charset="0"/>
              </a:rPr>
              <a:t>Service Prototype Development and Testing</a:t>
            </a:r>
            <a:endParaRPr lang="en-US" altLang="en-US" b="1" dirty="0">
              <a:solidFill>
                <a:srgbClr val="0B5395"/>
              </a:solidFill>
              <a:latin typeface="Garamond" panose="02020404030301010803" pitchFamily="18" charset="0"/>
            </a:endParaRPr>
          </a:p>
        </p:txBody>
      </p:sp>
      <p:sp>
        <p:nvSpPr>
          <p:cNvPr id="7" name="Content Placeholder 2">
            <a:extLst>
              <a:ext uri="{FF2B5EF4-FFF2-40B4-BE49-F238E27FC236}">
                <a16:creationId xmlns:a16="http://schemas.microsoft.com/office/drawing/2014/main" id="{0050F671-6821-6FBB-3198-1AAAAFE62816}"/>
              </a:ext>
            </a:extLst>
          </p:cNvPr>
          <p:cNvSpPr txBox="1">
            <a:spLocks/>
          </p:cNvSpPr>
          <p:nvPr/>
        </p:nvSpPr>
        <p:spPr>
          <a:xfrm>
            <a:off x="866275" y="1704552"/>
            <a:ext cx="4993104" cy="3798632"/>
          </a:xfrm>
          <a:prstGeom prst="rect">
            <a:avLst/>
          </a:prstGeom>
        </p:spPr>
        <p:txBody>
          <a:bodyPr>
            <a:noAutofit/>
          </a:bodyPr>
          <a:lstStyle>
            <a:lvl1pPr marL="228600" indent="-228600" algn="l" defTabSz="914400" rtl="0" eaLnBrk="1" latinLnBrk="0" hangingPunct="1">
              <a:lnSpc>
                <a:spcPct val="90000"/>
              </a:lnSpc>
              <a:spcBef>
                <a:spcPts val="1800"/>
              </a:spcBef>
              <a:buClr>
                <a:schemeClr val="accent1">
                  <a:lumMod val="75000"/>
                </a:schemeClr>
              </a:buClr>
              <a:buSzPct val="100000"/>
              <a:buFont typeface="Arial" pitchFamily="34" charset="0"/>
              <a:buChar char="▪"/>
              <a:defRPr sz="2000" kern="1200">
                <a:solidFill>
                  <a:schemeClr val="tx1"/>
                </a:solidFill>
                <a:latin typeface="+mn-lt"/>
                <a:ea typeface="+mn-ea"/>
                <a:cs typeface="+mn-cs"/>
              </a:defRPr>
            </a:lvl1pPr>
            <a:lvl2pPr marL="457200" indent="-182880" algn="l" defTabSz="914400" rtl="0" eaLnBrk="1" latinLnBrk="0" hangingPunct="1">
              <a:lnSpc>
                <a:spcPct val="90000"/>
              </a:lnSpc>
              <a:spcBef>
                <a:spcPts val="1200"/>
              </a:spcBef>
              <a:buClr>
                <a:schemeClr val="accent1">
                  <a:lumMod val="75000"/>
                </a:schemeClr>
              </a:buClr>
              <a:buSzPct val="100000"/>
              <a:buFont typeface="Arial" pitchFamily="34" charset="0"/>
              <a:buChar char="▪"/>
              <a:defRPr sz="1800" kern="1200">
                <a:solidFill>
                  <a:schemeClr val="tx1"/>
                </a:solidFill>
                <a:latin typeface="+mn-lt"/>
                <a:ea typeface="+mn-ea"/>
                <a:cs typeface="+mn-cs"/>
              </a:defRPr>
            </a:lvl2pPr>
            <a:lvl3pPr marL="685800" indent="-179388" algn="l" defTabSz="914400" rtl="0" eaLnBrk="1" latinLnBrk="0" hangingPunct="1">
              <a:lnSpc>
                <a:spcPct val="90000"/>
              </a:lnSpc>
              <a:spcBef>
                <a:spcPts val="800"/>
              </a:spcBef>
              <a:buClr>
                <a:schemeClr val="accent1">
                  <a:lumMod val="75000"/>
                </a:schemeClr>
              </a:buClr>
              <a:buSzPct val="100000"/>
              <a:buFont typeface="Arial" pitchFamily="34" charset="0"/>
              <a:buChar char="▪"/>
              <a:defRPr sz="1600" kern="1200">
                <a:solidFill>
                  <a:schemeClr val="tx1"/>
                </a:solidFill>
                <a:latin typeface="+mn-lt"/>
                <a:ea typeface="+mn-ea"/>
                <a:cs typeface="+mn-cs"/>
              </a:defRPr>
            </a:lvl3pPr>
            <a:lvl4pPr marL="914400" indent="-182880" algn="l" defTabSz="914400" rtl="0" eaLnBrk="1" latinLnBrk="0" hangingPunct="1">
              <a:lnSpc>
                <a:spcPct val="90000"/>
              </a:lnSpc>
              <a:spcBef>
                <a:spcPts val="8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4pPr>
            <a:lvl5pPr marL="1143000" indent="-179388" algn="l" defTabSz="914400" rtl="0" eaLnBrk="1" latinLnBrk="0" hangingPunct="1">
              <a:lnSpc>
                <a:spcPct val="90000"/>
              </a:lnSpc>
              <a:spcBef>
                <a:spcPts val="6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5pPr>
            <a:lvl6pPr marL="1371600" indent="-182880" algn="l" defTabSz="914400" rtl="0" eaLnBrk="1" latinLnBrk="0" hangingPunct="1">
              <a:lnSpc>
                <a:spcPct val="90000"/>
              </a:lnSpc>
              <a:spcBef>
                <a:spcPts val="6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6pPr>
            <a:lvl7pPr marL="1600200" indent="-179388" algn="l" defTabSz="914400" rtl="0" eaLnBrk="1" latinLnBrk="0" hangingPunct="1">
              <a:lnSpc>
                <a:spcPct val="90000"/>
              </a:lnSpc>
              <a:spcBef>
                <a:spcPts val="6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7pPr>
            <a:lvl8pPr marL="1828800" indent="-182880" algn="l" defTabSz="914400" rtl="0" eaLnBrk="1" latinLnBrk="0" hangingPunct="1">
              <a:lnSpc>
                <a:spcPct val="90000"/>
              </a:lnSpc>
              <a:spcBef>
                <a:spcPts val="6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8pPr>
            <a:lvl9pPr marL="1878012" indent="0" algn="l" defTabSz="914400" rtl="0" eaLnBrk="1" latinLnBrk="0" hangingPunct="1">
              <a:lnSpc>
                <a:spcPct val="90000"/>
              </a:lnSpc>
              <a:spcBef>
                <a:spcPts val="600"/>
              </a:spcBef>
              <a:buClr>
                <a:schemeClr val="accent1">
                  <a:lumMod val="75000"/>
                </a:schemeClr>
              </a:buClr>
              <a:buSzPct val="100000"/>
              <a:buFont typeface="Arial" pitchFamily="34" charset="0"/>
              <a:buNone/>
              <a:defRPr sz="1400" kern="1200">
                <a:solidFill>
                  <a:schemeClr val="tx1"/>
                </a:solidFill>
                <a:latin typeface="+mn-lt"/>
                <a:ea typeface="+mn-ea"/>
                <a:cs typeface="+mn-cs"/>
              </a:defRPr>
            </a:lvl9pPr>
          </a:lstStyle>
          <a:p>
            <a:r>
              <a:rPr lang="en-US" sz="2800" dirty="0">
                <a:latin typeface="Garamond" panose="02020404030301010803" pitchFamily="18" charset="0"/>
              </a:rPr>
              <a:t>This step should involve all those who have a stake in the new service: customers, employees, representatives, operations, etc. </a:t>
            </a:r>
          </a:p>
          <a:p>
            <a:r>
              <a:rPr lang="en-US" sz="2800" dirty="0">
                <a:latin typeface="Garamond" panose="02020404030301010803" pitchFamily="18" charset="0"/>
              </a:rPr>
              <a:t>This phase produces a detailed blueprint of the customer experience and the implementation plan for the service. </a:t>
            </a:r>
          </a:p>
        </p:txBody>
      </p:sp>
      <p:pic>
        <p:nvPicPr>
          <p:cNvPr id="1030" name="Picture 6" descr="3 Tips to Help You Prototype a Service | IDEO">
            <a:extLst>
              <a:ext uri="{FF2B5EF4-FFF2-40B4-BE49-F238E27FC236}">
                <a16:creationId xmlns:a16="http://schemas.microsoft.com/office/drawing/2014/main" id="{02336431-240D-105D-BFB7-5FEA3D2C516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534527" y="1566586"/>
            <a:ext cx="6703930" cy="4184508"/>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DC11FEB4-31DF-5949-28D9-77829B873F7D}"/>
              </a:ext>
            </a:extLst>
          </p:cNvPr>
          <p:cNvSpPr txBox="1"/>
          <p:nvPr/>
        </p:nvSpPr>
        <p:spPr>
          <a:xfrm>
            <a:off x="6063915" y="5690981"/>
            <a:ext cx="6118058" cy="400110"/>
          </a:xfrm>
          <a:prstGeom prst="rect">
            <a:avLst/>
          </a:prstGeom>
          <a:noFill/>
        </p:spPr>
        <p:txBody>
          <a:bodyPr wrap="square">
            <a:spAutoFit/>
          </a:bodyPr>
          <a:lstStyle/>
          <a:p>
            <a:pPr algn="ctr"/>
            <a:r>
              <a:rPr lang="en-US" sz="2000" b="1" dirty="0">
                <a:latin typeface="Garamond" panose="02020404030301010803" pitchFamily="18" charset="0"/>
              </a:rPr>
              <a:t>IDEO prototype for Crowne Plaza lobby</a:t>
            </a:r>
            <a:endParaRPr lang="en-US" sz="2000" b="1" dirty="0"/>
          </a:p>
        </p:txBody>
      </p:sp>
    </p:spTree>
    <p:extLst>
      <p:ext uri="{BB962C8B-B14F-4D97-AF65-F5344CB8AC3E}">
        <p14:creationId xmlns:p14="http://schemas.microsoft.com/office/powerpoint/2010/main" val="23850526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F815E232-45C9-1142-B84F-FD0CE83D9488}"/>
              </a:ext>
            </a:extLst>
          </p:cNvPr>
          <p:cNvSpPr>
            <a:spLocks noGrp="1"/>
          </p:cNvSpPr>
          <p:nvPr>
            <p:ph type="title"/>
          </p:nvPr>
        </p:nvSpPr>
        <p:spPr>
          <a:xfrm>
            <a:off x="372978" y="227970"/>
            <a:ext cx="11405937" cy="1143000"/>
          </a:xfrm>
        </p:spPr>
        <p:txBody>
          <a:bodyPr/>
          <a:lstStyle/>
          <a:p>
            <a:pPr algn="ctr"/>
            <a:r>
              <a:rPr lang="en-US" altLang="en-US" dirty="0">
                <a:solidFill>
                  <a:srgbClr val="0B5395"/>
                </a:solidFill>
                <a:latin typeface="Garamond" panose="02020404030301010803" pitchFamily="18" charset="0"/>
              </a:rPr>
              <a:t>Market Testing</a:t>
            </a:r>
            <a:endParaRPr lang="en-US" altLang="en-US" b="1" dirty="0">
              <a:solidFill>
                <a:srgbClr val="0B5395"/>
              </a:solidFill>
              <a:latin typeface="Garamond" panose="02020404030301010803" pitchFamily="18" charset="0"/>
            </a:endParaRPr>
          </a:p>
        </p:txBody>
      </p:sp>
      <p:sp>
        <p:nvSpPr>
          <p:cNvPr id="7" name="Content Placeholder 2">
            <a:extLst>
              <a:ext uri="{FF2B5EF4-FFF2-40B4-BE49-F238E27FC236}">
                <a16:creationId xmlns:a16="http://schemas.microsoft.com/office/drawing/2014/main" id="{0050F671-6821-6FBB-3198-1AAAAFE62816}"/>
              </a:ext>
            </a:extLst>
          </p:cNvPr>
          <p:cNvSpPr txBox="1">
            <a:spLocks/>
          </p:cNvSpPr>
          <p:nvPr/>
        </p:nvSpPr>
        <p:spPr>
          <a:xfrm>
            <a:off x="866275" y="1704552"/>
            <a:ext cx="4800599" cy="3798632"/>
          </a:xfrm>
          <a:prstGeom prst="rect">
            <a:avLst/>
          </a:prstGeom>
        </p:spPr>
        <p:txBody>
          <a:bodyPr>
            <a:noAutofit/>
          </a:bodyPr>
          <a:lstStyle>
            <a:lvl1pPr marL="228600" indent="-228600" algn="l" defTabSz="914400" rtl="0" eaLnBrk="1" latinLnBrk="0" hangingPunct="1">
              <a:lnSpc>
                <a:spcPct val="90000"/>
              </a:lnSpc>
              <a:spcBef>
                <a:spcPts val="1800"/>
              </a:spcBef>
              <a:buClr>
                <a:schemeClr val="accent1">
                  <a:lumMod val="75000"/>
                </a:schemeClr>
              </a:buClr>
              <a:buSzPct val="100000"/>
              <a:buFont typeface="Arial" pitchFamily="34" charset="0"/>
              <a:buChar char="▪"/>
              <a:defRPr sz="2000" kern="1200">
                <a:solidFill>
                  <a:schemeClr val="tx1"/>
                </a:solidFill>
                <a:latin typeface="+mn-lt"/>
                <a:ea typeface="+mn-ea"/>
                <a:cs typeface="+mn-cs"/>
              </a:defRPr>
            </a:lvl1pPr>
            <a:lvl2pPr marL="457200" indent="-182880" algn="l" defTabSz="914400" rtl="0" eaLnBrk="1" latinLnBrk="0" hangingPunct="1">
              <a:lnSpc>
                <a:spcPct val="90000"/>
              </a:lnSpc>
              <a:spcBef>
                <a:spcPts val="1200"/>
              </a:spcBef>
              <a:buClr>
                <a:schemeClr val="accent1">
                  <a:lumMod val="75000"/>
                </a:schemeClr>
              </a:buClr>
              <a:buSzPct val="100000"/>
              <a:buFont typeface="Arial" pitchFamily="34" charset="0"/>
              <a:buChar char="▪"/>
              <a:defRPr sz="1800" kern="1200">
                <a:solidFill>
                  <a:schemeClr val="tx1"/>
                </a:solidFill>
                <a:latin typeface="+mn-lt"/>
                <a:ea typeface="+mn-ea"/>
                <a:cs typeface="+mn-cs"/>
              </a:defRPr>
            </a:lvl2pPr>
            <a:lvl3pPr marL="685800" indent="-179388" algn="l" defTabSz="914400" rtl="0" eaLnBrk="1" latinLnBrk="0" hangingPunct="1">
              <a:lnSpc>
                <a:spcPct val="90000"/>
              </a:lnSpc>
              <a:spcBef>
                <a:spcPts val="800"/>
              </a:spcBef>
              <a:buClr>
                <a:schemeClr val="accent1">
                  <a:lumMod val="75000"/>
                </a:schemeClr>
              </a:buClr>
              <a:buSzPct val="100000"/>
              <a:buFont typeface="Arial" pitchFamily="34" charset="0"/>
              <a:buChar char="▪"/>
              <a:defRPr sz="1600" kern="1200">
                <a:solidFill>
                  <a:schemeClr val="tx1"/>
                </a:solidFill>
                <a:latin typeface="+mn-lt"/>
                <a:ea typeface="+mn-ea"/>
                <a:cs typeface="+mn-cs"/>
              </a:defRPr>
            </a:lvl3pPr>
            <a:lvl4pPr marL="914400" indent="-182880" algn="l" defTabSz="914400" rtl="0" eaLnBrk="1" latinLnBrk="0" hangingPunct="1">
              <a:lnSpc>
                <a:spcPct val="90000"/>
              </a:lnSpc>
              <a:spcBef>
                <a:spcPts val="8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4pPr>
            <a:lvl5pPr marL="1143000" indent="-179388" algn="l" defTabSz="914400" rtl="0" eaLnBrk="1" latinLnBrk="0" hangingPunct="1">
              <a:lnSpc>
                <a:spcPct val="90000"/>
              </a:lnSpc>
              <a:spcBef>
                <a:spcPts val="6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5pPr>
            <a:lvl6pPr marL="1371600" indent="-182880" algn="l" defTabSz="914400" rtl="0" eaLnBrk="1" latinLnBrk="0" hangingPunct="1">
              <a:lnSpc>
                <a:spcPct val="90000"/>
              </a:lnSpc>
              <a:spcBef>
                <a:spcPts val="6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6pPr>
            <a:lvl7pPr marL="1600200" indent="-179388" algn="l" defTabSz="914400" rtl="0" eaLnBrk="1" latinLnBrk="0" hangingPunct="1">
              <a:lnSpc>
                <a:spcPct val="90000"/>
              </a:lnSpc>
              <a:spcBef>
                <a:spcPts val="6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7pPr>
            <a:lvl8pPr marL="1828800" indent="-182880" algn="l" defTabSz="914400" rtl="0" eaLnBrk="1" latinLnBrk="0" hangingPunct="1">
              <a:lnSpc>
                <a:spcPct val="90000"/>
              </a:lnSpc>
              <a:spcBef>
                <a:spcPts val="6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8pPr>
            <a:lvl9pPr marL="1878012" indent="0" algn="l" defTabSz="914400" rtl="0" eaLnBrk="1" latinLnBrk="0" hangingPunct="1">
              <a:lnSpc>
                <a:spcPct val="90000"/>
              </a:lnSpc>
              <a:spcBef>
                <a:spcPts val="600"/>
              </a:spcBef>
              <a:buClr>
                <a:schemeClr val="accent1">
                  <a:lumMod val="75000"/>
                </a:schemeClr>
              </a:buClr>
              <a:buSzPct val="100000"/>
              <a:buFont typeface="Arial" pitchFamily="34" charset="0"/>
              <a:buNone/>
              <a:defRPr sz="1400" kern="1200">
                <a:solidFill>
                  <a:schemeClr val="tx1"/>
                </a:solidFill>
                <a:latin typeface="+mn-lt"/>
                <a:ea typeface="+mn-ea"/>
                <a:cs typeface="+mn-cs"/>
              </a:defRPr>
            </a:lvl9pPr>
          </a:lstStyle>
          <a:p>
            <a:r>
              <a:rPr lang="en-US" sz="2800" dirty="0">
                <a:latin typeface="Garamond" panose="02020404030301010803" pitchFamily="18" charset="0"/>
              </a:rPr>
              <a:t>Test the response against the marketing mix variables and distributing system. </a:t>
            </a:r>
          </a:p>
          <a:p>
            <a:r>
              <a:rPr lang="en-US" sz="2800" dirty="0">
                <a:latin typeface="Garamond" panose="02020404030301010803" pitchFamily="18" charset="0"/>
              </a:rPr>
              <a:t>Trying to identify an isolated market to test can be challenging so sometimes companies use their employees.</a:t>
            </a:r>
          </a:p>
          <a:p>
            <a:r>
              <a:rPr lang="en-US" sz="2800" dirty="0">
                <a:latin typeface="Garamond" panose="02020404030301010803" pitchFamily="18" charset="0"/>
              </a:rPr>
              <a:t>Continual pilot testing is critical!</a:t>
            </a:r>
          </a:p>
        </p:txBody>
      </p:sp>
      <p:pic>
        <p:nvPicPr>
          <p:cNvPr id="2" name="Picture 4" descr="How to become a Beta tester for google play store applications in any  Android mobile|Tablet - YouTube">
            <a:extLst>
              <a:ext uri="{FF2B5EF4-FFF2-40B4-BE49-F238E27FC236}">
                <a16:creationId xmlns:a16="http://schemas.microsoft.com/office/drawing/2014/main" id="{AA18BFA6-2389-E2C3-A7AC-D563244F26A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17737" y="1704552"/>
            <a:ext cx="5396484" cy="404736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155420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F815E232-45C9-1142-B84F-FD0CE83D9488}"/>
              </a:ext>
            </a:extLst>
          </p:cNvPr>
          <p:cNvSpPr>
            <a:spLocks noGrp="1"/>
          </p:cNvSpPr>
          <p:nvPr>
            <p:ph type="title"/>
          </p:nvPr>
        </p:nvSpPr>
        <p:spPr>
          <a:xfrm>
            <a:off x="372978" y="227970"/>
            <a:ext cx="11405937" cy="1143000"/>
          </a:xfrm>
        </p:spPr>
        <p:txBody>
          <a:bodyPr/>
          <a:lstStyle/>
          <a:p>
            <a:pPr algn="ctr"/>
            <a:r>
              <a:rPr lang="en-US" altLang="en-US" dirty="0">
                <a:solidFill>
                  <a:srgbClr val="0B5395"/>
                </a:solidFill>
                <a:latin typeface="Garamond" panose="02020404030301010803" pitchFamily="18" charset="0"/>
              </a:rPr>
              <a:t>Commercialization</a:t>
            </a:r>
            <a:endParaRPr lang="en-US" altLang="en-US" b="1" dirty="0">
              <a:solidFill>
                <a:srgbClr val="0B5395"/>
              </a:solidFill>
              <a:latin typeface="Garamond" panose="02020404030301010803" pitchFamily="18" charset="0"/>
            </a:endParaRPr>
          </a:p>
        </p:txBody>
      </p:sp>
      <p:sp>
        <p:nvSpPr>
          <p:cNvPr id="7" name="Content Placeholder 2">
            <a:extLst>
              <a:ext uri="{FF2B5EF4-FFF2-40B4-BE49-F238E27FC236}">
                <a16:creationId xmlns:a16="http://schemas.microsoft.com/office/drawing/2014/main" id="{0050F671-6821-6FBB-3198-1AAAAFE62816}"/>
              </a:ext>
            </a:extLst>
          </p:cNvPr>
          <p:cNvSpPr txBox="1">
            <a:spLocks/>
          </p:cNvSpPr>
          <p:nvPr/>
        </p:nvSpPr>
        <p:spPr>
          <a:xfrm>
            <a:off x="866275" y="1704552"/>
            <a:ext cx="5329988" cy="3798632"/>
          </a:xfrm>
          <a:prstGeom prst="rect">
            <a:avLst/>
          </a:prstGeom>
        </p:spPr>
        <p:txBody>
          <a:bodyPr>
            <a:noAutofit/>
          </a:bodyPr>
          <a:lstStyle>
            <a:lvl1pPr marL="228600" indent="-228600" algn="l" defTabSz="914400" rtl="0" eaLnBrk="1" latinLnBrk="0" hangingPunct="1">
              <a:lnSpc>
                <a:spcPct val="90000"/>
              </a:lnSpc>
              <a:spcBef>
                <a:spcPts val="1800"/>
              </a:spcBef>
              <a:buClr>
                <a:schemeClr val="accent1">
                  <a:lumMod val="75000"/>
                </a:schemeClr>
              </a:buClr>
              <a:buSzPct val="100000"/>
              <a:buFont typeface="Arial" pitchFamily="34" charset="0"/>
              <a:buChar char="▪"/>
              <a:defRPr sz="2000" kern="1200">
                <a:solidFill>
                  <a:schemeClr val="tx1"/>
                </a:solidFill>
                <a:latin typeface="+mn-lt"/>
                <a:ea typeface="+mn-ea"/>
                <a:cs typeface="+mn-cs"/>
              </a:defRPr>
            </a:lvl1pPr>
            <a:lvl2pPr marL="457200" indent="-182880" algn="l" defTabSz="914400" rtl="0" eaLnBrk="1" latinLnBrk="0" hangingPunct="1">
              <a:lnSpc>
                <a:spcPct val="90000"/>
              </a:lnSpc>
              <a:spcBef>
                <a:spcPts val="1200"/>
              </a:spcBef>
              <a:buClr>
                <a:schemeClr val="accent1">
                  <a:lumMod val="75000"/>
                </a:schemeClr>
              </a:buClr>
              <a:buSzPct val="100000"/>
              <a:buFont typeface="Arial" pitchFamily="34" charset="0"/>
              <a:buChar char="▪"/>
              <a:defRPr sz="1800" kern="1200">
                <a:solidFill>
                  <a:schemeClr val="tx1"/>
                </a:solidFill>
                <a:latin typeface="+mn-lt"/>
                <a:ea typeface="+mn-ea"/>
                <a:cs typeface="+mn-cs"/>
              </a:defRPr>
            </a:lvl2pPr>
            <a:lvl3pPr marL="685800" indent="-179388" algn="l" defTabSz="914400" rtl="0" eaLnBrk="1" latinLnBrk="0" hangingPunct="1">
              <a:lnSpc>
                <a:spcPct val="90000"/>
              </a:lnSpc>
              <a:spcBef>
                <a:spcPts val="800"/>
              </a:spcBef>
              <a:buClr>
                <a:schemeClr val="accent1">
                  <a:lumMod val="75000"/>
                </a:schemeClr>
              </a:buClr>
              <a:buSzPct val="100000"/>
              <a:buFont typeface="Arial" pitchFamily="34" charset="0"/>
              <a:buChar char="▪"/>
              <a:defRPr sz="1600" kern="1200">
                <a:solidFill>
                  <a:schemeClr val="tx1"/>
                </a:solidFill>
                <a:latin typeface="+mn-lt"/>
                <a:ea typeface="+mn-ea"/>
                <a:cs typeface="+mn-cs"/>
              </a:defRPr>
            </a:lvl3pPr>
            <a:lvl4pPr marL="914400" indent="-182880" algn="l" defTabSz="914400" rtl="0" eaLnBrk="1" latinLnBrk="0" hangingPunct="1">
              <a:lnSpc>
                <a:spcPct val="90000"/>
              </a:lnSpc>
              <a:spcBef>
                <a:spcPts val="8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4pPr>
            <a:lvl5pPr marL="1143000" indent="-179388" algn="l" defTabSz="914400" rtl="0" eaLnBrk="1" latinLnBrk="0" hangingPunct="1">
              <a:lnSpc>
                <a:spcPct val="90000"/>
              </a:lnSpc>
              <a:spcBef>
                <a:spcPts val="6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5pPr>
            <a:lvl6pPr marL="1371600" indent="-182880" algn="l" defTabSz="914400" rtl="0" eaLnBrk="1" latinLnBrk="0" hangingPunct="1">
              <a:lnSpc>
                <a:spcPct val="90000"/>
              </a:lnSpc>
              <a:spcBef>
                <a:spcPts val="6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6pPr>
            <a:lvl7pPr marL="1600200" indent="-179388" algn="l" defTabSz="914400" rtl="0" eaLnBrk="1" latinLnBrk="0" hangingPunct="1">
              <a:lnSpc>
                <a:spcPct val="90000"/>
              </a:lnSpc>
              <a:spcBef>
                <a:spcPts val="6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7pPr>
            <a:lvl8pPr marL="1828800" indent="-182880" algn="l" defTabSz="914400" rtl="0" eaLnBrk="1" latinLnBrk="0" hangingPunct="1">
              <a:lnSpc>
                <a:spcPct val="90000"/>
              </a:lnSpc>
              <a:spcBef>
                <a:spcPts val="6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8pPr>
            <a:lvl9pPr marL="1878012" indent="0" algn="l" defTabSz="914400" rtl="0" eaLnBrk="1" latinLnBrk="0" hangingPunct="1">
              <a:lnSpc>
                <a:spcPct val="90000"/>
              </a:lnSpc>
              <a:spcBef>
                <a:spcPts val="600"/>
              </a:spcBef>
              <a:buClr>
                <a:schemeClr val="accent1">
                  <a:lumMod val="75000"/>
                </a:schemeClr>
              </a:buClr>
              <a:buSzPct val="100000"/>
              <a:buFont typeface="Arial" pitchFamily="34" charset="0"/>
              <a:buNone/>
              <a:defRPr sz="1400" kern="1200">
                <a:solidFill>
                  <a:schemeClr val="tx1"/>
                </a:solidFill>
                <a:latin typeface="+mn-lt"/>
                <a:ea typeface="+mn-ea"/>
                <a:cs typeface="+mn-cs"/>
              </a:defRPr>
            </a:lvl9pPr>
          </a:lstStyle>
          <a:p>
            <a:r>
              <a:rPr lang="en-US" sz="2800" dirty="0">
                <a:latin typeface="Garamond" panose="02020404030301010803" pitchFamily="18" charset="0"/>
              </a:rPr>
              <a:t>The service is live! This stage has two primary objectives:</a:t>
            </a:r>
          </a:p>
          <a:p>
            <a:pPr lvl="1"/>
            <a:r>
              <a:rPr lang="en-US" sz="2600" dirty="0">
                <a:latin typeface="Garamond" panose="02020404030301010803" pitchFamily="18" charset="0"/>
              </a:rPr>
              <a:t>To build and maintain acceptance of the new service among large number of the service delivery personnel who are responsible day-to-day for service quality. </a:t>
            </a:r>
          </a:p>
          <a:p>
            <a:pPr lvl="1"/>
            <a:r>
              <a:rPr lang="en-US" sz="2600" dirty="0">
                <a:latin typeface="Garamond" panose="02020404030301010803" pitchFamily="18" charset="0"/>
              </a:rPr>
              <a:t>To monitor all aspects of the service during introduction and through the complete service cycle. </a:t>
            </a:r>
          </a:p>
        </p:txBody>
      </p:sp>
      <p:pic>
        <p:nvPicPr>
          <p:cNvPr id="2" name="Picture 1">
            <a:extLst>
              <a:ext uri="{FF2B5EF4-FFF2-40B4-BE49-F238E27FC236}">
                <a16:creationId xmlns:a16="http://schemas.microsoft.com/office/drawing/2014/main" id="{D69475B6-D278-A24B-BA04-7499B18E9030}"/>
              </a:ext>
            </a:extLst>
          </p:cNvPr>
          <p:cNvPicPr>
            <a:picLocks noChangeAspect="1"/>
          </p:cNvPicPr>
          <p:nvPr/>
        </p:nvPicPr>
        <p:blipFill>
          <a:blip r:embed="rId3"/>
          <a:stretch>
            <a:fillRect/>
          </a:stretch>
        </p:blipFill>
        <p:spPr>
          <a:xfrm>
            <a:off x="6165173" y="2156222"/>
            <a:ext cx="5266693" cy="3364706"/>
          </a:xfrm>
          <a:prstGeom prst="rect">
            <a:avLst/>
          </a:prstGeom>
        </p:spPr>
      </p:pic>
    </p:spTree>
    <p:extLst>
      <p:ext uri="{BB962C8B-B14F-4D97-AF65-F5344CB8AC3E}">
        <p14:creationId xmlns:p14="http://schemas.microsoft.com/office/powerpoint/2010/main" val="14216741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F815E232-45C9-1142-B84F-FD0CE83D9488}"/>
              </a:ext>
            </a:extLst>
          </p:cNvPr>
          <p:cNvSpPr>
            <a:spLocks noGrp="1"/>
          </p:cNvSpPr>
          <p:nvPr>
            <p:ph type="title"/>
          </p:nvPr>
        </p:nvSpPr>
        <p:spPr>
          <a:xfrm>
            <a:off x="372978" y="227970"/>
            <a:ext cx="11405937" cy="1143000"/>
          </a:xfrm>
        </p:spPr>
        <p:txBody>
          <a:bodyPr/>
          <a:lstStyle/>
          <a:p>
            <a:pPr algn="ctr"/>
            <a:r>
              <a:rPr lang="en-US" altLang="en-US" dirty="0" err="1">
                <a:solidFill>
                  <a:srgbClr val="0B5395"/>
                </a:solidFill>
                <a:latin typeface="Garamond" panose="02020404030301010803" pitchFamily="18" charset="0"/>
              </a:rPr>
              <a:t>Postintroduction</a:t>
            </a:r>
            <a:r>
              <a:rPr lang="en-US" altLang="en-US" dirty="0">
                <a:solidFill>
                  <a:srgbClr val="0B5395"/>
                </a:solidFill>
                <a:latin typeface="Garamond" panose="02020404030301010803" pitchFamily="18" charset="0"/>
              </a:rPr>
              <a:t> Evaluation</a:t>
            </a:r>
            <a:endParaRPr lang="en-US" altLang="en-US" b="1" dirty="0">
              <a:solidFill>
                <a:srgbClr val="0B5395"/>
              </a:solidFill>
              <a:latin typeface="Garamond" panose="02020404030301010803" pitchFamily="18" charset="0"/>
            </a:endParaRPr>
          </a:p>
        </p:txBody>
      </p:sp>
      <p:sp>
        <p:nvSpPr>
          <p:cNvPr id="7" name="Content Placeholder 2">
            <a:extLst>
              <a:ext uri="{FF2B5EF4-FFF2-40B4-BE49-F238E27FC236}">
                <a16:creationId xmlns:a16="http://schemas.microsoft.com/office/drawing/2014/main" id="{0050F671-6821-6FBB-3198-1AAAAFE62816}"/>
              </a:ext>
            </a:extLst>
          </p:cNvPr>
          <p:cNvSpPr txBox="1">
            <a:spLocks/>
          </p:cNvSpPr>
          <p:nvPr/>
        </p:nvSpPr>
        <p:spPr>
          <a:xfrm>
            <a:off x="866274" y="1704552"/>
            <a:ext cx="10323093" cy="3798632"/>
          </a:xfrm>
          <a:prstGeom prst="rect">
            <a:avLst/>
          </a:prstGeom>
        </p:spPr>
        <p:txBody>
          <a:bodyPr>
            <a:noAutofit/>
          </a:bodyPr>
          <a:lstStyle>
            <a:lvl1pPr marL="228600" indent="-228600" algn="l" defTabSz="914400" rtl="0" eaLnBrk="1" latinLnBrk="0" hangingPunct="1">
              <a:lnSpc>
                <a:spcPct val="90000"/>
              </a:lnSpc>
              <a:spcBef>
                <a:spcPts val="1800"/>
              </a:spcBef>
              <a:buClr>
                <a:schemeClr val="accent1">
                  <a:lumMod val="75000"/>
                </a:schemeClr>
              </a:buClr>
              <a:buSzPct val="100000"/>
              <a:buFont typeface="Arial" pitchFamily="34" charset="0"/>
              <a:buChar char="▪"/>
              <a:defRPr sz="2000" kern="1200">
                <a:solidFill>
                  <a:schemeClr val="tx1"/>
                </a:solidFill>
                <a:latin typeface="+mn-lt"/>
                <a:ea typeface="+mn-ea"/>
                <a:cs typeface="+mn-cs"/>
              </a:defRPr>
            </a:lvl1pPr>
            <a:lvl2pPr marL="457200" indent="-182880" algn="l" defTabSz="914400" rtl="0" eaLnBrk="1" latinLnBrk="0" hangingPunct="1">
              <a:lnSpc>
                <a:spcPct val="90000"/>
              </a:lnSpc>
              <a:spcBef>
                <a:spcPts val="1200"/>
              </a:spcBef>
              <a:buClr>
                <a:schemeClr val="accent1">
                  <a:lumMod val="75000"/>
                </a:schemeClr>
              </a:buClr>
              <a:buSzPct val="100000"/>
              <a:buFont typeface="Arial" pitchFamily="34" charset="0"/>
              <a:buChar char="▪"/>
              <a:defRPr sz="1800" kern="1200">
                <a:solidFill>
                  <a:schemeClr val="tx1"/>
                </a:solidFill>
                <a:latin typeface="+mn-lt"/>
                <a:ea typeface="+mn-ea"/>
                <a:cs typeface="+mn-cs"/>
              </a:defRPr>
            </a:lvl2pPr>
            <a:lvl3pPr marL="685800" indent="-179388" algn="l" defTabSz="914400" rtl="0" eaLnBrk="1" latinLnBrk="0" hangingPunct="1">
              <a:lnSpc>
                <a:spcPct val="90000"/>
              </a:lnSpc>
              <a:spcBef>
                <a:spcPts val="800"/>
              </a:spcBef>
              <a:buClr>
                <a:schemeClr val="accent1">
                  <a:lumMod val="75000"/>
                </a:schemeClr>
              </a:buClr>
              <a:buSzPct val="100000"/>
              <a:buFont typeface="Arial" pitchFamily="34" charset="0"/>
              <a:buChar char="▪"/>
              <a:defRPr sz="1600" kern="1200">
                <a:solidFill>
                  <a:schemeClr val="tx1"/>
                </a:solidFill>
                <a:latin typeface="+mn-lt"/>
                <a:ea typeface="+mn-ea"/>
                <a:cs typeface="+mn-cs"/>
              </a:defRPr>
            </a:lvl3pPr>
            <a:lvl4pPr marL="914400" indent="-182880" algn="l" defTabSz="914400" rtl="0" eaLnBrk="1" latinLnBrk="0" hangingPunct="1">
              <a:lnSpc>
                <a:spcPct val="90000"/>
              </a:lnSpc>
              <a:spcBef>
                <a:spcPts val="8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4pPr>
            <a:lvl5pPr marL="1143000" indent="-179388" algn="l" defTabSz="914400" rtl="0" eaLnBrk="1" latinLnBrk="0" hangingPunct="1">
              <a:lnSpc>
                <a:spcPct val="90000"/>
              </a:lnSpc>
              <a:spcBef>
                <a:spcPts val="6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5pPr>
            <a:lvl6pPr marL="1371600" indent="-182880" algn="l" defTabSz="914400" rtl="0" eaLnBrk="1" latinLnBrk="0" hangingPunct="1">
              <a:lnSpc>
                <a:spcPct val="90000"/>
              </a:lnSpc>
              <a:spcBef>
                <a:spcPts val="6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6pPr>
            <a:lvl7pPr marL="1600200" indent="-179388" algn="l" defTabSz="914400" rtl="0" eaLnBrk="1" latinLnBrk="0" hangingPunct="1">
              <a:lnSpc>
                <a:spcPct val="90000"/>
              </a:lnSpc>
              <a:spcBef>
                <a:spcPts val="6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7pPr>
            <a:lvl8pPr marL="1828800" indent="-182880" algn="l" defTabSz="914400" rtl="0" eaLnBrk="1" latinLnBrk="0" hangingPunct="1">
              <a:lnSpc>
                <a:spcPct val="90000"/>
              </a:lnSpc>
              <a:spcBef>
                <a:spcPts val="6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8pPr>
            <a:lvl9pPr marL="1878012" indent="0" algn="l" defTabSz="914400" rtl="0" eaLnBrk="1" latinLnBrk="0" hangingPunct="1">
              <a:lnSpc>
                <a:spcPct val="90000"/>
              </a:lnSpc>
              <a:spcBef>
                <a:spcPts val="600"/>
              </a:spcBef>
              <a:buClr>
                <a:schemeClr val="accent1">
                  <a:lumMod val="75000"/>
                </a:schemeClr>
              </a:buClr>
              <a:buSzPct val="100000"/>
              <a:buFont typeface="Arial" pitchFamily="34" charset="0"/>
              <a:buNone/>
              <a:defRPr sz="1400" kern="1200">
                <a:solidFill>
                  <a:schemeClr val="tx1"/>
                </a:solidFill>
                <a:latin typeface="+mn-lt"/>
                <a:ea typeface="+mn-ea"/>
                <a:cs typeface="+mn-cs"/>
              </a:defRPr>
            </a:lvl9pPr>
          </a:lstStyle>
          <a:p>
            <a:r>
              <a:rPr lang="en-US" sz="2800" dirty="0">
                <a:latin typeface="Garamond" panose="02020404030301010803" pitchFamily="18" charset="0"/>
              </a:rPr>
              <a:t>Information gathered during commercialization can be reviewed and refinements are made to the delivery process, staffing, or marketing mix variable.</a:t>
            </a:r>
          </a:p>
          <a:p>
            <a:r>
              <a:rPr lang="en-US" sz="2800" dirty="0">
                <a:latin typeface="Garamond" panose="02020404030301010803" pitchFamily="18" charset="0"/>
              </a:rPr>
              <a:t>Formalizing a review process is important for this stage to be effective. </a:t>
            </a:r>
          </a:p>
          <a:p>
            <a:r>
              <a:rPr lang="en-US" sz="2800" dirty="0">
                <a:latin typeface="Garamond" panose="02020404030301010803" pitchFamily="18" charset="0"/>
              </a:rPr>
              <a:t>Utilizing the customer’s viewpoint is also critical for this stage to be effective. </a:t>
            </a:r>
          </a:p>
        </p:txBody>
      </p:sp>
    </p:spTree>
    <p:extLst>
      <p:ext uri="{BB962C8B-B14F-4D97-AF65-F5344CB8AC3E}">
        <p14:creationId xmlns:p14="http://schemas.microsoft.com/office/powerpoint/2010/main" val="32986007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78CAC4-154B-17C1-0B30-3AD92531F594}"/>
              </a:ext>
            </a:extLst>
          </p:cNvPr>
          <p:cNvSpPr>
            <a:spLocks noGrp="1"/>
          </p:cNvSpPr>
          <p:nvPr>
            <p:ph type="title"/>
          </p:nvPr>
        </p:nvSpPr>
        <p:spPr/>
        <p:txBody>
          <a:bodyPr/>
          <a:lstStyle/>
          <a:p>
            <a:r>
              <a:rPr lang="en-US" dirty="0">
                <a:latin typeface="Gill Sans MT" panose="020B0502020104020203" pitchFamily="34" charset="0"/>
              </a:rPr>
              <a:t>Service Blueprinting</a:t>
            </a:r>
          </a:p>
        </p:txBody>
      </p:sp>
      <p:sp>
        <p:nvSpPr>
          <p:cNvPr id="3" name="Text Placeholder 2">
            <a:extLst>
              <a:ext uri="{FF2B5EF4-FFF2-40B4-BE49-F238E27FC236}">
                <a16:creationId xmlns:a16="http://schemas.microsoft.com/office/drawing/2014/main" id="{8B4824AD-83DC-EE84-3CB5-BD2320B5FE89}"/>
              </a:ext>
            </a:extLst>
          </p:cNvPr>
          <p:cNvSpPr>
            <a:spLocks noGrp="1"/>
          </p:cNvSpPr>
          <p:nvPr>
            <p:ph type="body" idx="1"/>
          </p:nvPr>
        </p:nvSpPr>
        <p:spPr/>
        <p:txBody>
          <a:bodyPr/>
          <a:lstStyle/>
          <a:p>
            <a:r>
              <a:rPr lang="en-US" dirty="0">
                <a:latin typeface="Gill Sans MT" panose="020B0502020104020203" pitchFamily="34" charset="0"/>
              </a:rPr>
              <a:t>A technique for service innovation and design. </a:t>
            </a:r>
          </a:p>
        </p:txBody>
      </p:sp>
    </p:spTree>
    <p:extLst>
      <p:ext uri="{BB962C8B-B14F-4D97-AF65-F5344CB8AC3E}">
        <p14:creationId xmlns:p14="http://schemas.microsoft.com/office/powerpoint/2010/main" val="18458983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F815E232-45C9-1142-B84F-FD0CE83D9488}"/>
              </a:ext>
            </a:extLst>
          </p:cNvPr>
          <p:cNvSpPr>
            <a:spLocks noGrp="1"/>
          </p:cNvSpPr>
          <p:nvPr>
            <p:ph type="title"/>
          </p:nvPr>
        </p:nvSpPr>
        <p:spPr>
          <a:xfrm>
            <a:off x="372978" y="227970"/>
            <a:ext cx="11405937" cy="1143000"/>
          </a:xfrm>
        </p:spPr>
        <p:txBody>
          <a:bodyPr/>
          <a:lstStyle/>
          <a:p>
            <a:pPr algn="ctr"/>
            <a:r>
              <a:rPr lang="en-US" altLang="en-US" dirty="0">
                <a:solidFill>
                  <a:srgbClr val="0B5395"/>
                </a:solidFill>
                <a:latin typeface="Garamond" panose="02020404030301010803" pitchFamily="18" charset="0"/>
              </a:rPr>
              <a:t>What </a:t>
            </a:r>
            <a:r>
              <a:rPr lang="en-US" altLang="en-US">
                <a:solidFill>
                  <a:srgbClr val="0B5395"/>
                </a:solidFill>
                <a:latin typeface="Garamond" panose="02020404030301010803" pitchFamily="18" charset="0"/>
              </a:rPr>
              <a:t>is a Service </a:t>
            </a:r>
            <a:r>
              <a:rPr lang="en-US" altLang="en-US" dirty="0">
                <a:solidFill>
                  <a:srgbClr val="0B5395"/>
                </a:solidFill>
                <a:latin typeface="Garamond" panose="02020404030301010803" pitchFamily="18" charset="0"/>
              </a:rPr>
              <a:t>Blueprinting?</a:t>
            </a:r>
            <a:endParaRPr lang="en-US" altLang="en-US" b="1" dirty="0">
              <a:solidFill>
                <a:srgbClr val="0B5395"/>
              </a:solidFill>
              <a:latin typeface="Garamond" panose="02020404030301010803" pitchFamily="18" charset="0"/>
            </a:endParaRPr>
          </a:p>
        </p:txBody>
      </p:sp>
      <p:sp>
        <p:nvSpPr>
          <p:cNvPr id="7" name="Content Placeholder 2">
            <a:extLst>
              <a:ext uri="{FF2B5EF4-FFF2-40B4-BE49-F238E27FC236}">
                <a16:creationId xmlns:a16="http://schemas.microsoft.com/office/drawing/2014/main" id="{0050F671-6821-6FBB-3198-1AAAAFE62816}"/>
              </a:ext>
            </a:extLst>
          </p:cNvPr>
          <p:cNvSpPr txBox="1">
            <a:spLocks/>
          </p:cNvSpPr>
          <p:nvPr/>
        </p:nvSpPr>
        <p:spPr>
          <a:xfrm>
            <a:off x="866275" y="1704552"/>
            <a:ext cx="5462336" cy="3798632"/>
          </a:xfrm>
          <a:prstGeom prst="rect">
            <a:avLst/>
          </a:prstGeom>
        </p:spPr>
        <p:txBody>
          <a:bodyPr>
            <a:noAutofit/>
          </a:bodyPr>
          <a:lstStyle>
            <a:lvl1pPr marL="228600" indent="-228600" algn="l" defTabSz="914400" rtl="0" eaLnBrk="1" latinLnBrk="0" hangingPunct="1">
              <a:lnSpc>
                <a:spcPct val="90000"/>
              </a:lnSpc>
              <a:spcBef>
                <a:spcPts val="1800"/>
              </a:spcBef>
              <a:buClr>
                <a:schemeClr val="accent1">
                  <a:lumMod val="75000"/>
                </a:schemeClr>
              </a:buClr>
              <a:buSzPct val="100000"/>
              <a:buFont typeface="Arial" pitchFamily="34" charset="0"/>
              <a:buChar char="▪"/>
              <a:defRPr sz="2000" kern="1200">
                <a:solidFill>
                  <a:schemeClr val="tx1"/>
                </a:solidFill>
                <a:latin typeface="+mn-lt"/>
                <a:ea typeface="+mn-ea"/>
                <a:cs typeface="+mn-cs"/>
              </a:defRPr>
            </a:lvl1pPr>
            <a:lvl2pPr marL="457200" indent="-182880" algn="l" defTabSz="914400" rtl="0" eaLnBrk="1" latinLnBrk="0" hangingPunct="1">
              <a:lnSpc>
                <a:spcPct val="90000"/>
              </a:lnSpc>
              <a:spcBef>
                <a:spcPts val="1200"/>
              </a:spcBef>
              <a:buClr>
                <a:schemeClr val="accent1">
                  <a:lumMod val="75000"/>
                </a:schemeClr>
              </a:buClr>
              <a:buSzPct val="100000"/>
              <a:buFont typeface="Arial" pitchFamily="34" charset="0"/>
              <a:buChar char="▪"/>
              <a:defRPr sz="1800" kern="1200">
                <a:solidFill>
                  <a:schemeClr val="tx1"/>
                </a:solidFill>
                <a:latin typeface="+mn-lt"/>
                <a:ea typeface="+mn-ea"/>
                <a:cs typeface="+mn-cs"/>
              </a:defRPr>
            </a:lvl2pPr>
            <a:lvl3pPr marL="685800" indent="-179388" algn="l" defTabSz="914400" rtl="0" eaLnBrk="1" latinLnBrk="0" hangingPunct="1">
              <a:lnSpc>
                <a:spcPct val="90000"/>
              </a:lnSpc>
              <a:spcBef>
                <a:spcPts val="800"/>
              </a:spcBef>
              <a:buClr>
                <a:schemeClr val="accent1">
                  <a:lumMod val="75000"/>
                </a:schemeClr>
              </a:buClr>
              <a:buSzPct val="100000"/>
              <a:buFont typeface="Arial" pitchFamily="34" charset="0"/>
              <a:buChar char="▪"/>
              <a:defRPr sz="1600" kern="1200">
                <a:solidFill>
                  <a:schemeClr val="tx1"/>
                </a:solidFill>
                <a:latin typeface="+mn-lt"/>
                <a:ea typeface="+mn-ea"/>
                <a:cs typeface="+mn-cs"/>
              </a:defRPr>
            </a:lvl3pPr>
            <a:lvl4pPr marL="914400" indent="-182880" algn="l" defTabSz="914400" rtl="0" eaLnBrk="1" latinLnBrk="0" hangingPunct="1">
              <a:lnSpc>
                <a:spcPct val="90000"/>
              </a:lnSpc>
              <a:spcBef>
                <a:spcPts val="8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4pPr>
            <a:lvl5pPr marL="1143000" indent="-179388" algn="l" defTabSz="914400" rtl="0" eaLnBrk="1" latinLnBrk="0" hangingPunct="1">
              <a:lnSpc>
                <a:spcPct val="90000"/>
              </a:lnSpc>
              <a:spcBef>
                <a:spcPts val="6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5pPr>
            <a:lvl6pPr marL="1371600" indent="-182880" algn="l" defTabSz="914400" rtl="0" eaLnBrk="1" latinLnBrk="0" hangingPunct="1">
              <a:lnSpc>
                <a:spcPct val="90000"/>
              </a:lnSpc>
              <a:spcBef>
                <a:spcPts val="6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6pPr>
            <a:lvl7pPr marL="1600200" indent="-179388" algn="l" defTabSz="914400" rtl="0" eaLnBrk="1" latinLnBrk="0" hangingPunct="1">
              <a:lnSpc>
                <a:spcPct val="90000"/>
              </a:lnSpc>
              <a:spcBef>
                <a:spcPts val="6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7pPr>
            <a:lvl8pPr marL="1828800" indent="-182880" algn="l" defTabSz="914400" rtl="0" eaLnBrk="1" latinLnBrk="0" hangingPunct="1">
              <a:lnSpc>
                <a:spcPct val="90000"/>
              </a:lnSpc>
              <a:spcBef>
                <a:spcPts val="6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8pPr>
            <a:lvl9pPr marL="1878012" indent="0" algn="l" defTabSz="914400" rtl="0" eaLnBrk="1" latinLnBrk="0" hangingPunct="1">
              <a:lnSpc>
                <a:spcPct val="90000"/>
              </a:lnSpc>
              <a:spcBef>
                <a:spcPts val="600"/>
              </a:spcBef>
              <a:buClr>
                <a:schemeClr val="accent1">
                  <a:lumMod val="75000"/>
                </a:schemeClr>
              </a:buClr>
              <a:buSzPct val="100000"/>
              <a:buFont typeface="Arial" pitchFamily="34" charset="0"/>
              <a:buNone/>
              <a:defRPr sz="1400" kern="1200">
                <a:solidFill>
                  <a:schemeClr val="tx1"/>
                </a:solidFill>
                <a:latin typeface="+mn-lt"/>
                <a:ea typeface="+mn-ea"/>
                <a:cs typeface="+mn-cs"/>
              </a:defRPr>
            </a:lvl9pPr>
          </a:lstStyle>
          <a:p>
            <a:r>
              <a:rPr lang="en-US" sz="2800" dirty="0">
                <a:latin typeface="Garamond" panose="02020404030301010803" pitchFamily="18" charset="0"/>
              </a:rPr>
              <a:t>A service blueprint is a </a:t>
            </a:r>
            <a:r>
              <a:rPr lang="en-US" sz="2800" b="1" dirty="0">
                <a:latin typeface="Garamond" panose="02020404030301010803" pitchFamily="18" charset="0"/>
              </a:rPr>
              <a:t>picture or a map</a:t>
            </a:r>
            <a:r>
              <a:rPr lang="en-US" sz="2800" dirty="0">
                <a:latin typeface="Garamond" panose="02020404030301010803" pitchFamily="18" charset="0"/>
              </a:rPr>
              <a:t> that </a:t>
            </a:r>
            <a:r>
              <a:rPr lang="en-US" sz="2800" b="1" dirty="0">
                <a:latin typeface="Garamond" panose="02020404030301010803" pitchFamily="18" charset="0"/>
              </a:rPr>
              <a:t>portrays the customer experience and the service system</a:t>
            </a:r>
            <a:r>
              <a:rPr lang="en-US" sz="2800" dirty="0">
                <a:latin typeface="Garamond" panose="02020404030301010803" pitchFamily="18" charset="0"/>
              </a:rPr>
              <a:t>, so that the different people involved in providing the service can understand it objectively. </a:t>
            </a:r>
          </a:p>
          <a:p>
            <a:r>
              <a:rPr lang="en-US" sz="2800" dirty="0">
                <a:latin typeface="Garamond" panose="02020404030301010803" pitchFamily="18" charset="0"/>
              </a:rPr>
              <a:t>A service blueprint </a:t>
            </a:r>
            <a:r>
              <a:rPr lang="en-US" sz="2800" b="1" dirty="0">
                <a:latin typeface="Garamond" panose="02020404030301010803" pitchFamily="18" charset="0"/>
              </a:rPr>
              <a:t>visually</a:t>
            </a:r>
            <a:r>
              <a:rPr lang="en-US" sz="2800" dirty="0">
                <a:latin typeface="Garamond" panose="02020404030301010803" pitchFamily="18" charset="0"/>
              </a:rPr>
              <a:t> displays the service, </a:t>
            </a:r>
            <a:r>
              <a:rPr lang="en-US" sz="2800" b="1" dirty="0">
                <a:latin typeface="Garamond" panose="02020404030301010803" pitchFamily="18" charset="0"/>
              </a:rPr>
              <a:t>breaks it down</a:t>
            </a:r>
            <a:r>
              <a:rPr lang="en-US" sz="2800" dirty="0">
                <a:latin typeface="Garamond" panose="02020404030301010803" pitchFamily="18" charset="0"/>
              </a:rPr>
              <a:t> into its logical components, and </a:t>
            </a:r>
            <a:r>
              <a:rPr lang="en-US" sz="2800" b="1" dirty="0">
                <a:latin typeface="Garamond" panose="02020404030301010803" pitchFamily="18" charset="0"/>
              </a:rPr>
              <a:t>depicts the steps or tasks</a:t>
            </a:r>
            <a:r>
              <a:rPr lang="en-US" sz="2800" dirty="0">
                <a:latin typeface="Garamond" panose="02020404030301010803" pitchFamily="18" charset="0"/>
              </a:rPr>
              <a:t> in the process.</a:t>
            </a:r>
          </a:p>
        </p:txBody>
      </p:sp>
      <p:pic>
        <p:nvPicPr>
          <p:cNvPr id="3" name="Picture 2">
            <a:extLst>
              <a:ext uri="{FF2B5EF4-FFF2-40B4-BE49-F238E27FC236}">
                <a16:creationId xmlns:a16="http://schemas.microsoft.com/office/drawing/2014/main" id="{88A18378-529C-9A2F-01E9-7600163252E5}"/>
              </a:ext>
            </a:extLst>
          </p:cNvPr>
          <p:cNvPicPr>
            <a:picLocks noChangeAspect="1"/>
          </p:cNvPicPr>
          <p:nvPr/>
        </p:nvPicPr>
        <p:blipFill>
          <a:blip r:embed="rId3"/>
          <a:stretch>
            <a:fillRect/>
          </a:stretch>
        </p:blipFill>
        <p:spPr>
          <a:xfrm>
            <a:off x="6400803" y="2131160"/>
            <a:ext cx="5450304" cy="3372024"/>
          </a:xfrm>
          <a:prstGeom prst="rect">
            <a:avLst/>
          </a:prstGeom>
        </p:spPr>
      </p:pic>
    </p:spTree>
    <p:extLst>
      <p:ext uri="{BB962C8B-B14F-4D97-AF65-F5344CB8AC3E}">
        <p14:creationId xmlns:p14="http://schemas.microsoft.com/office/powerpoint/2010/main" val="7234454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F815E232-45C9-1142-B84F-FD0CE83D9488}"/>
              </a:ext>
            </a:extLst>
          </p:cNvPr>
          <p:cNvSpPr>
            <a:spLocks noGrp="1"/>
          </p:cNvSpPr>
          <p:nvPr>
            <p:ph type="title"/>
          </p:nvPr>
        </p:nvSpPr>
        <p:spPr>
          <a:xfrm>
            <a:off x="372978" y="227970"/>
            <a:ext cx="11405937" cy="1143000"/>
          </a:xfrm>
        </p:spPr>
        <p:txBody>
          <a:bodyPr/>
          <a:lstStyle/>
          <a:p>
            <a:pPr algn="ctr"/>
            <a:r>
              <a:rPr lang="en-US" altLang="en-US" b="1" dirty="0">
                <a:solidFill>
                  <a:srgbClr val="0B5395"/>
                </a:solidFill>
                <a:latin typeface="Garamond" panose="02020404030301010803" pitchFamily="18" charset="0"/>
              </a:rPr>
              <a:t>Blueprinting Components</a:t>
            </a:r>
          </a:p>
        </p:txBody>
      </p:sp>
      <p:sp>
        <p:nvSpPr>
          <p:cNvPr id="6" name="TextBox 5">
            <a:extLst>
              <a:ext uri="{FF2B5EF4-FFF2-40B4-BE49-F238E27FC236}">
                <a16:creationId xmlns:a16="http://schemas.microsoft.com/office/drawing/2014/main" id="{8E1B0ADE-7A47-867B-B74D-257915063D2C}"/>
              </a:ext>
            </a:extLst>
          </p:cNvPr>
          <p:cNvSpPr txBox="1"/>
          <p:nvPr/>
        </p:nvSpPr>
        <p:spPr>
          <a:xfrm flipH="1">
            <a:off x="5546557" y="1564105"/>
            <a:ext cx="6112041" cy="4154984"/>
          </a:xfrm>
          <a:prstGeom prst="rect">
            <a:avLst/>
          </a:prstGeom>
          <a:noFill/>
        </p:spPr>
        <p:txBody>
          <a:bodyPr wrap="square">
            <a:spAutoFit/>
          </a:bodyPr>
          <a:lstStyle/>
          <a:p>
            <a:r>
              <a:rPr lang="en-US" sz="2400" b="1" u="sng" dirty="0">
                <a:latin typeface="Gill Sans MT" panose="020B0502020104020203" pitchFamily="34" charset="0"/>
              </a:rPr>
              <a:t>Action Areas:</a:t>
            </a:r>
          </a:p>
          <a:p>
            <a:pPr marL="285750" indent="-285750">
              <a:buFont typeface="Arial" panose="020B0604020202020204" pitchFamily="34" charset="0"/>
              <a:buChar char="•"/>
            </a:pPr>
            <a:r>
              <a:rPr lang="en-US" sz="2400" dirty="0">
                <a:latin typeface="Gill Sans MT" panose="020B0502020104020203" pitchFamily="34" charset="0"/>
              </a:rPr>
              <a:t>Customer actions</a:t>
            </a:r>
          </a:p>
          <a:p>
            <a:pPr marL="285750" indent="-285750">
              <a:buFont typeface="Arial" panose="020B0604020202020204" pitchFamily="34" charset="0"/>
              <a:buChar char="•"/>
            </a:pPr>
            <a:r>
              <a:rPr lang="en-US" sz="2400" dirty="0">
                <a:latin typeface="Gill Sans MT" panose="020B0502020104020203" pitchFamily="34" charset="0"/>
              </a:rPr>
              <a:t>Onstage/ visible contact employee actions</a:t>
            </a:r>
          </a:p>
          <a:p>
            <a:pPr marL="285750" indent="-285750">
              <a:buFont typeface="Arial" panose="020B0604020202020204" pitchFamily="34" charset="0"/>
              <a:buChar char="•"/>
            </a:pPr>
            <a:r>
              <a:rPr lang="en-US" sz="2400" dirty="0">
                <a:latin typeface="Gill Sans MT" panose="020B0502020104020203" pitchFamily="34" charset="0"/>
              </a:rPr>
              <a:t>Backstage/ invisible contact employee actions</a:t>
            </a:r>
          </a:p>
          <a:p>
            <a:pPr marL="285750" indent="-285750">
              <a:buFont typeface="Arial" panose="020B0604020202020204" pitchFamily="34" charset="0"/>
              <a:buChar char="•"/>
            </a:pPr>
            <a:r>
              <a:rPr lang="en-US" sz="2400" dirty="0">
                <a:latin typeface="Gill Sans MT" panose="020B0502020104020203" pitchFamily="34" charset="0"/>
              </a:rPr>
              <a:t>Support processes</a:t>
            </a:r>
          </a:p>
          <a:p>
            <a:pPr marL="285750" indent="-285750">
              <a:buFont typeface="Arial" panose="020B0604020202020204" pitchFamily="34" charset="0"/>
              <a:buChar char="•"/>
            </a:pPr>
            <a:r>
              <a:rPr lang="en-US" sz="2400" dirty="0">
                <a:latin typeface="Gill Sans MT" panose="020B0502020104020203" pitchFamily="34" charset="0"/>
              </a:rPr>
              <a:t>Physical evidence</a:t>
            </a:r>
          </a:p>
          <a:p>
            <a:endParaRPr lang="en-US" sz="2400" dirty="0">
              <a:latin typeface="Gill Sans MT" panose="020B0502020104020203" pitchFamily="34" charset="0"/>
            </a:endParaRPr>
          </a:p>
          <a:p>
            <a:r>
              <a:rPr lang="en-US" sz="2400" b="1" u="sng" dirty="0">
                <a:latin typeface="Gill Sans MT" panose="020B0502020104020203" pitchFamily="34" charset="0"/>
              </a:rPr>
              <a:t>Points of Interactions:</a:t>
            </a:r>
          </a:p>
          <a:p>
            <a:pPr marL="285750" indent="-285750">
              <a:buFont typeface="Arial" panose="020B0604020202020204" pitchFamily="34" charset="0"/>
              <a:buChar char="•"/>
            </a:pPr>
            <a:r>
              <a:rPr lang="en-US" sz="2400" dirty="0">
                <a:latin typeface="Gill Sans MT" panose="020B0502020104020203" pitchFamily="34" charset="0"/>
              </a:rPr>
              <a:t>Line of interaction </a:t>
            </a:r>
          </a:p>
          <a:p>
            <a:pPr marL="285750" indent="-285750">
              <a:buFont typeface="Arial" panose="020B0604020202020204" pitchFamily="34" charset="0"/>
              <a:buChar char="•"/>
            </a:pPr>
            <a:r>
              <a:rPr lang="en-US" sz="2400" dirty="0">
                <a:latin typeface="Gill Sans MT" panose="020B0502020104020203" pitchFamily="34" charset="0"/>
              </a:rPr>
              <a:t>Line of visibility</a:t>
            </a:r>
          </a:p>
          <a:p>
            <a:pPr marL="285750" indent="-285750">
              <a:buFont typeface="Arial" panose="020B0604020202020204" pitchFamily="34" charset="0"/>
              <a:buChar char="•"/>
            </a:pPr>
            <a:r>
              <a:rPr lang="en-US" sz="2400" dirty="0">
                <a:latin typeface="Gill Sans MT" panose="020B0502020104020203" pitchFamily="34" charset="0"/>
              </a:rPr>
              <a:t>Line of internal interaction</a:t>
            </a:r>
          </a:p>
        </p:txBody>
      </p:sp>
      <p:pic>
        <p:nvPicPr>
          <p:cNvPr id="8" name="Picture 7">
            <a:extLst>
              <a:ext uri="{FF2B5EF4-FFF2-40B4-BE49-F238E27FC236}">
                <a16:creationId xmlns:a16="http://schemas.microsoft.com/office/drawing/2014/main" id="{85141651-19FE-871F-FEDF-07557BD7E6BF}"/>
              </a:ext>
            </a:extLst>
          </p:cNvPr>
          <p:cNvPicPr>
            <a:picLocks noChangeAspect="1"/>
          </p:cNvPicPr>
          <p:nvPr/>
        </p:nvPicPr>
        <p:blipFill rotWithShape="1">
          <a:blip r:embed="rId3"/>
          <a:srcRect r="30807"/>
          <a:stretch/>
        </p:blipFill>
        <p:spPr>
          <a:xfrm>
            <a:off x="800025" y="1564105"/>
            <a:ext cx="4283241" cy="4803806"/>
          </a:xfrm>
          <a:prstGeom prst="rect">
            <a:avLst/>
          </a:prstGeom>
        </p:spPr>
      </p:pic>
    </p:spTree>
    <p:extLst>
      <p:ext uri="{BB962C8B-B14F-4D97-AF65-F5344CB8AC3E}">
        <p14:creationId xmlns:p14="http://schemas.microsoft.com/office/powerpoint/2010/main" val="19758127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C144CB41-47A0-DC33-4F5B-230F66581865}"/>
              </a:ext>
            </a:extLst>
          </p:cNvPr>
          <p:cNvPicPr>
            <a:picLocks noChangeAspect="1"/>
          </p:cNvPicPr>
          <p:nvPr/>
        </p:nvPicPr>
        <p:blipFill>
          <a:blip r:embed="rId3"/>
          <a:stretch>
            <a:fillRect/>
          </a:stretch>
        </p:blipFill>
        <p:spPr>
          <a:xfrm>
            <a:off x="1402186" y="662699"/>
            <a:ext cx="9387628" cy="6087290"/>
          </a:xfrm>
          <a:prstGeom prst="rect">
            <a:avLst/>
          </a:prstGeom>
        </p:spPr>
      </p:pic>
      <p:sp>
        <p:nvSpPr>
          <p:cNvPr id="13" name="TextBox 12">
            <a:extLst>
              <a:ext uri="{FF2B5EF4-FFF2-40B4-BE49-F238E27FC236}">
                <a16:creationId xmlns:a16="http://schemas.microsoft.com/office/drawing/2014/main" id="{DD91E257-6F51-4FC9-00CC-AE4B622BCC61}"/>
              </a:ext>
            </a:extLst>
          </p:cNvPr>
          <p:cNvSpPr txBox="1"/>
          <p:nvPr/>
        </p:nvSpPr>
        <p:spPr>
          <a:xfrm>
            <a:off x="944981" y="85873"/>
            <a:ext cx="10302039" cy="523220"/>
          </a:xfrm>
          <a:prstGeom prst="rect">
            <a:avLst/>
          </a:prstGeom>
          <a:noFill/>
        </p:spPr>
        <p:txBody>
          <a:bodyPr vert="horz" wrap="square">
            <a:spAutoFit/>
          </a:bodyPr>
          <a:lstStyle/>
          <a:p>
            <a:pPr algn="ctr"/>
            <a:r>
              <a:rPr lang="en-US" altLang="en-US" sz="2800" b="1" dirty="0">
                <a:solidFill>
                  <a:srgbClr val="0B5395"/>
                </a:solidFill>
                <a:latin typeface="Garamond" panose="02020404030301010803" pitchFamily="18" charset="0"/>
              </a:rPr>
              <a:t>Blueprint for Overnight Hotel Stay Service</a:t>
            </a:r>
            <a:endParaRPr lang="en-US" sz="2800" dirty="0"/>
          </a:p>
        </p:txBody>
      </p:sp>
      <p:sp>
        <p:nvSpPr>
          <p:cNvPr id="14" name="Rectangle 13">
            <a:extLst>
              <a:ext uri="{FF2B5EF4-FFF2-40B4-BE49-F238E27FC236}">
                <a16:creationId xmlns:a16="http://schemas.microsoft.com/office/drawing/2014/main" id="{8B93B1F8-7296-6439-AB12-9EF56E93DF54}"/>
              </a:ext>
            </a:extLst>
          </p:cNvPr>
          <p:cNvSpPr/>
          <p:nvPr/>
        </p:nvSpPr>
        <p:spPr>
          <a:xfrm>
            <a:off x="1118939" y="1564105"/>
            <a:ext cx="9962147" cy="950496"/>
          </a:xfrm>
          <a:prstGeom prst="rect">
            <a:avLst/>
          </a:prstGeom>
          <a:noFill/>
          <a:ln w="28575">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A03D5D8F-B111-48E4-881A-E4516B418B0F}"/>
              </a:ext>
            </a:extLst>
          </p:cNvPr>
          <p:cNvSpPr/>
          <p:nvPr/>
        </p:nvSpPr>
        <p:spPr>
          <a:xfrm>
            <a:off x="1118939" y="2731784"/>
            <a:ext cx="9962147" cy="950496"/>
          </a:xfrm>
          <a:prstGeom prst="rect">
            <a:avLst/>
          </a:prstGeom>
          <a:noFill/>
          <a:ln w="28575">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332050D3-FF3D-B5C4-963E-80D2280F2D61}"/>
              </a:ext>
            </a:extLst>
          </p:cNvPr>
          <p:cNvSpPr/>
          <p:nvPr/>
        </p:nvSpPr>
        <p:spPr>
          <a:xfrm>
            <a:off x="1118939" y="3920132"/>
            <a:ext cx="9962147" cy="950496"/>
          </a:xfrm>
          <a:prstGeom prst="rect">
            <a:avLst/>
          </a:prstGeom>
          <a:noFill/>
          <a:ln w="28575">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BB0FCF0B-062C-C153-3742-514930A4AE7C}"/>
              </a:ext>
            </a:extLst>
          </p:cNvPr>
          <p:cNvSpPr/>
          <p:nvPr/>
        </p:nvSpPr>
        <p:spPr>
          <a:xfrm>
            <a:off x="1114926" y="5108480"/>
            <a:ext cx="9962147" cy="950496"/>
          </a:xfrm>
          <a:prstGeom prst="rect">
            <a:avLst/>
          </a:prstGeom>
          <a:noFill/>
          <a:ln w="28575">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3031690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F815E232-45C9-1142-B84F-FD0CE83D9488}"/>
              </a:ext>
            </a:extLst>
          </p:cNvPr>
          <p:cNvSpPr>
            <a:spLocks noGrp="1"/>
          </p:cNvSpPr>
          <p:nvPr>
            <p:ph type="title"/>
          </p:nvPr>
        </p:nvSpPr>
        <p:spPr>
          <a:xfrm>
            <a:off x="814137" y="227970"/>
            <a:ext cx="10563726" cy="1143000"/>
          </a:xfrm>
        </p:spPr>
        <p:txBody>
          <a:bodyPr/>
          <a:lstStyle/>
          <a:p>
            <a:pPr algn="ctr"/>
            <a:r>
              <a:rPr lang="en-US" altLang="en-US" dirty="0">
                <a:solidFill>
                  <a:srgbClr val="0B5395"/>
                </a:solidFill>
                <a:latin typeface="Garamond" panose="02020404030301010803" pitchFamily="18" charset="0"/>
              </a:rPr>
              <a:t>Building a Blueprint</a:t>
            </a:r>
            <a:endParaRPr lang="en-US" altLang="en-US" b="1" dirty="0">
              <a:solidFill>
                <a:srgbClr val="0B5395"/>
              </a:solidFill>
              <a:latin typeface="Garamond" panose="02020404030301010803" pitchFamily="18" charset="0"/>
            </a:endParaRPr>
          </a:p>
        </p:txBody>
      </p:sp>
      <p:pic>
        <p:nvPicPr>
          <p:cNvPr id="8" name="Picture 7">
            <a:extLst>
              <a:ext uri="{FF2B5EF4-FFF2-40B4-BE49-F238E27FC236}">
                <a16:creationId xmlns:a16="http://schemas.microsoft.com/office/drawing/2014/main" id="{0FB20855-3CE5-4DC4-1A5F-357A545350A7}"/>
              </a:ext>
            </a:extLst>
          </p:cNvPr>
          <p:cNvPicPr>
            <a:picLocks noChangeAspect="1"/>
          </p:cNvPicPr>
          <p:nvPr/>
        </p:nvPicPr>
        <p:blipFill>
          <a:blip r:embed="rId3"/>
          <a:stretch>
            <a:fillRect/>
          </a:stretch>
        </p:blipFill>
        <p:spPr>
          <a:xfrm>
            <a:off x="407068" y="1998152"/>
            <a:ext cx="11377863" cy="3434115"/>
          </a:xfrm>
          <a:prstGeom prst="rect">
            <a:avLst/>
          </a:prstGeom>
        </p:spPr>
      </p:pic>
    </p:spTree>
    <p:extLst>
      <p:ext uri="{BB962C8B-B14F-4D97-AF65-F5344CB8AC3E}">
        <p14:creationId xmlns:p14="http://schemas.microsoft.com/office/powerpoint/2010/main" val="41298357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diamondgrid theme">
  <a:themeElements>
    <a:clrScheme name="Blue">
      <a:dk1>
        <a:sysClr val="windowText" lastClr="000000"/>
      </a:dk1>
      <a:lt1>
        <a:sysClr val="window" lastClr="FFFFFF"/>
      </a:lt1>
      <a:dk2>
        <a:srgbClr val="17406D"/>
      </a:dk2>
      <a:lt2>
        <a:srgbClr val="DBEFF9"/>
      </a:lt2>
      <a:accent1>
        <a:srgbClr val="0F6FC6"/>
      </a:accent1>
      <a:accent2>
        <a:srgbClr val="009DD9"/>
      </a:accent2>
      <a:accent3>
        <a:srgbClr val="0BD0D9"/>
      </a:accent3>
      <a:accent4>
        <a:srgbClr val="10CF9B"/>
      </a:accent4>
      <a:accent5>
        <a:srgbClr val="7CCA62"/>
      </a:accent5>
      <a:accent6>
        <a:srgbClr val="A5C249"/>
      </a:accent6>
      <a:hlink>
        <a:srgbClr val="F49100"/>
      </a:hlink>
      <a:folHlink>
        <a:srgbClr val="85DFD0"/>
      </a:folHlink>
    </a:clrScheme>
    <a:fontScheme name="Arial">
      <a:majorFont>
        <a:latin typeface="Arial"/>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Arial"/>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diamondgrid theme" id="{ED93937A-9EDD-431C-AF40-A6218FC4DE09}" vid="{8CDF1396-6A4F-4529-B9C5-69BA7F395DE9}"/>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diamondgrid theme</Template>
  <TotalTime>4205</TotalTime>
  <Words>1658</Words>
  <Application>Microsoft Office PowerPoint</Application>
  <PresentationFormat>Widescreen</PresentationFormat>
  <Paragraphs>202</Paragraphs>
  <Slides>36</Slides>
  <Notes>29</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36</vt:i4>
      </vt:variant>
    </vt:vector>
  </HeadingPairs>
  <TitlesOfParts>
    <vt:vector size="42" baseType="lpstr">
      <vt:lpstr>Arial</vt:lpstr>
      <vt:lpstr>Calibri</vt:lpstr>
      <vt:lpstr>Garamond</vt:lpstr>
      <vt:lpstr>Gill Sans MT</vt:lpstr>
      <vt:lpstr>Times New Roman</vt:lpstr>
      <vt:lpstr>diamondgrid theme</vt:lpstr>
      <vt:lpstr>PowerPoint Presentation</vt:lpstr>
      <vt:lpstr>Service Design and Standards Gap</vt:lpstr>
      <vt:lpstr>Chapter Objectives</vt:lpstr>
      <vt:lpstr>Define Service Innovation</vt:lpstr>
      <vt:lpstr>Why are some businesses more successful at introducing services than others?</vt:lpstr>
      <vt:lpstr>Characteristics of Successful Innovations</vt:lpstr>
      <vt:lpstr>To sell a service you must describe it,  but there are risks when describing a service</vt:lpstr>
      <vt:lpstr>Considerations for Service Innovation</vt:lpstr>
      <vt:lpstr>Example: Design a Food Delivery Service </vt:lpstr>
      <vt:lpstr>Types of Service Innovations</vt:lpstr>
      <vt:lpstr>Service Offering Innovation</vt:lpstr>
      <vt:lpstr>Service Offering Innovation</vt:lpstr>
      <vt:lpstr>Service Offering Innovation</vt:lpstr>
      <vt:lpstr>Service Offering Innovation</vt:lpstr>
      <vt:lpstr>Service Offering Innovation</vt:lpstr>
      <vt:lpstr>Service Offering Innovation</vt:lpstr>
      <vt:lpstr>Internet-enabled Service Innovation</vt:lpstr>
      <vt:lpstr>People-enabled innovation</vt:lpstr>
      <vt:lpstr>B2B and B2C Service innovations</vt:lpstr>
      <vt:lpstr>Service Innovation and Development Process</vt:lpstr>
      <vt:lpstr>Phase 1: Front-End Planning</vt:lpstr>
      <vt:lpstr>Business Strategy Development or Review</vt:lpstr>
      <vt:lpstr>New Service Strategy Development</vt:lpstr>
      <vt:lpstr>Idea Generation</vt:lpstr>
      <vt:lpstr>Service Concept Development and Evaluation</vt:lpstr>
      <vt:lpstr>Business Analysis</vt:lpstr>
      <vt:lpstr>Phase 1I: Implementation</vt:lpstr>
      <vt:lpstr>Service Prototype Development and Testing</vt:lpstr>
      <vt:lpstr>Market Testing</vt:lpstr>
      <vt:lpstr>Commercialization</vt:lpstr>
      <vt:lpstr>Postintroduction Evaluation</vt:lpstr>
      <vt:lpstr>Service Blueprinting</vt:lpstr>
      <vt:lpstr>What is a Service Blueprinting?</vt:lpstr>
      <vt:lpstr>Blueprinting Components</vt:lpstr>
      <vt:lpstr>PowerPoint Presentation</vt:lpstr>
      <vt:lpstr>Building a Blueprint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Lan Anh Nu Ton</dc:creator>
  <cp:lastModifiedBy>Madhur Mohan</cp:lastModifiedBy>
  <cp:revision>244</cp:revision>
  <dcterms:created xsi:type="dcterms:W3CDTF">2021-01-26T21:27:35Z</dcterms:created>
  <dcterms:modified xsi:type="dcterms:W3CDTF">2026-10-06T03:30:31Z</dcterms:modified>
</cp:coreProperties>
</file>