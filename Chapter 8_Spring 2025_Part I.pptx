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344" r:id="rId2"/>
    <p:sldId id="428" r:id="rId3"/>
    <p:sldId id="416" r:id="rId4"/>
    <p:sldId id="262" r:id="rId5"/>
    <p:sldId id="347" r:id="rId6"/>
    <p:sldId id="408" r:id="rId7"/>
    <p:sldId id="418" r:id="rId8"/>
    <p:sldId id="427" r:id="rId9"/>
    <p:sldId id="417" r:id="rId10"/>
    <p:sldId id="337" r:id="rId11"/>
    <p:sldId id="429" r:id="rId12"/>
    <p:sldId id="267" r:id="rId13"/>
    <p:sldId id="409" r:id="rId14"/>
    <p:sldId id="419" r:id="rId15"/>
    <p:sldId id="420" r:id="rId16"/>
    <p:sldId id="422" r:id="rId17"/>
    <p:sldId id="42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B539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/>
    <p:restoredTop sz="78273" autoAdjust="0"/>
  </p:normalViewPr>
  <p:slideViewPr>
    <p:cSldViewPr snapToGrid="0" snapToObjects="1">
      <p:cViewPr varScale="1">
        <p:scale>
          <a:sx n="93" d="100"/>
          <a:sy n="93" d="100"/>
        </p:scale>
        <p:origin x="1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DCC6B8-40D4-4336-BF90-FAB5F377DCBF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1C0B7-0A3A-4A61-9A8C-4FD428244C19}">
      <dgm:prSet phldrT="[Text]" custT="1"/>
      <dgm:spPr/>
      <dgm:t>
        <a:bodyPr/>
        <a:lstStyle/>
        <a:p>
          <a:r>
            <a:rPr lang="en-US" sz="2000" dirty="0" err="1">
              <a:latin typeface="Gill Sans MT" panose="020B0502020104020203" pitchFamily="34" charset="0"/>
            </a:rPr>
            <a:t>Cocreative</a:t>
          </a:r>
          <a:endParaRPr lang="en-US" sz="2000" dirty="0">
            <a:latin typeface="Gill Sans MT" panose="020B0502020104020203" pitchFamily="34" charset="0"/>
          </a:endParaRPr>
        </a:p>
      </dgm:t>
    </dgm:pt>
    <dgm:pt modelId="{5E320B59-8619-482E-8854-33A2B4DB9A69}" type="parTrans" cxnId="{B8CFE667-D04A-48AE-A6ED-EAD2695FFC1D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E34D1658-BB48-4832-89E5-FC8041C439B0}" type="sibTrans" cxnId="{B8CFE667-D04A-48AE-A6ED-EAD2695FFC1D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144FF440-7ECC-49B5-92BC-899E0AF5A243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Sequencing</a:t>
          </a:r>
        </a:p>
      </dgm:t>
    </dgm:pt>
    <dgm:pt modelId="{450D30E8-12D6-420C-9B47-0EC8BB55CE88}" type="parTrans" cxnId="{B6AE7D35-660D-45B5-922B-6D634558B15E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33494633-9827-4F4C-A984-44427AA6A089}" type="sibTrans" cxnId="{B6AE7D35-660D-45B5-922B-6D634558B15E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774B3366-B125-43AB-B59C-CA6D3972950F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Evidencing</a:t>
          </a:r>
        </a:p>
      </dgm:t>
    </dgm:pt>
    <dgm:pt modelId="{2476F7C0-8332-4803-9F48-8AFB216CEB94}" type="parTrans" cxnId="{664AC846-4573-47E4-93A8-696063A75EE6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26EC8577-981C-4245-8131-D045F854C466}" type="sibTrans" cxnId="{664AC846-4573-47E4-93A8-696063A75EE6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7C47039D-DA44-42D5-8A3A-2AE92283BCAA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Holistic</a:t>
          </a:r>
        </a:p>
      </dgm:t>
    </dgm:pt>
    <dgm:pt modelId="{C50F055D-1EE6-4CC3-AEDD-789160DB40D3}" type="parTrans" cxnId="{FC4A44D6-65BA-4458-9431-9AFF41E52340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6E9AB113-2B2F-454E-AA4C-3260A15EFB8F}" type="sibTrans" cxnId="{FC4A44D6-65BA-4458-9431-9AFF41E52340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4783A41C-3FD1-4C55-B16C-82353E80FBF7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User-centered</a:t>
          </a:r>
        </a:p>
      </dgm:t>
    </dgm:pt>
    <dgm:pt modelId="{6A17F872-2987-40B3-A50B-50FB0F40B1C5}" type="parTrans" cxnId="{7C3150F5-A94B-475B-88AD-BD575F923B49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B447B071-811A-490B-B188-6837FB919081}" type="sibTrans" cxnId="{7C3150F5-A94B-475B-88AD-BD575F923B49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F8E89616-19B9-46CD-99F6-3FD690B5054A}" type="pres">
      <dgm:prSet presAssocID="{BEDCC6B8-40D4-4336-BF90-FAB5F377DCBF}" presName="compositeShape" presStyleCnt="0">
        <dgm:presLayoutVars>
          <dgm:chMax val="7"/>
          <dgm:dir/>
          <dgm:resizeHandles val="exact"/>
        </dgm:presLayoutVars>
      </dgm:prSet>
      <dgm:spPr/>
    </dgm:pt>
    <dgm:pt modelId="{BC38F61E-ACE7-441A-8D60-5FB05440C8BE}" type="pres">
      <dgm:prSet presAssocID="{BEDCC6B8-40D4-4336-BF90-FAB5F377DCBF}" presName="wedge1" presStyleLbl="node1" presStyleIdx="0" presStyleCnt="5"/>
      <dgm:spPr/>
    </dgm:pt>
    <dgm:pt modelId="{FE403FDD-A910-47BD-85F3-9A2B959DA756}" type="pres">
      <dgm:prSet presAssocID="{BEDCC6B8-40D4-4336-BF90-FAB5F377DCBF}" presName="dummy1a" presStyleCnt="0"/>
      <dgm:spPr/>
    </dgm:pt>
    <dgm:pt modelId="{649793BA-02A2-4300-937B-EC6E4310913B}" type="pres">
      <dgm:prSet presAssocID="{BEDCC6B8-40D4-4336-BF90-FAB5F377DCBF}" presName="dummy1b" presStyleCnt="0"/>
      <dgm:spPr/>
    </dgm:pt>
    <dgm:pt modelId="{7E9652D2-359B-4229-A50E-4901964E7079}" type="pres">
      <dgm:prSet presAssocID="{BEDCC6B8-40D4-4336-BF90-FAB5F377DCBF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EA89329-14C2-4DA1-939C-C936993EAB0D}" type="pres">
      <dgm:prSet presAssocID="{BEDCC6B8-40D4-4336-BF90-FAB5F377DCBF}" presName="wedge2" presStyleLbl="node1" presStyleIdx="1" presStyleCnt="5"/>
      <dgm:spPr/>
    </dgm:pt>
    <dgm:pt modelId="{5392B537-9AC4-4A9C-AB52-4D53B42BC469}" type="pres">
      <dgm:prSet presAssocID="{BEDCC6B8-40D4-4336-BF90-FAB5F377DCBF}" presName="dummy2a" presStyleCnt="0"/>
      <dgm:spPr/>
    </dgm:pt>
    <dgm:pt modelId="{C4C4FDA9-2D79-49B9-888E-D87C004EB225}" type="pres">
      <dgm:prSet presAssocID="{BEDCC6B8-40D4-4336-BF90-FAB5F377DCBF}" presName="dummy2b" presStyleCnt="0"/>
      <dgm:spPr/>
    </dgm:pt>
    <dgm:pt modelId="{60FAF377-EAE4-41BA-8092-9CD4912852D6}" type="pres">
      <dgm:prSet presAssocID="{BEDCC6B8-40D4-4336-BF90-FAB5F377DCBF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161F6484-EB8A-4066-B559-495C9BFB14C0}" type="pres">
      <dgm:prSet presAssocID="{BEDCC6B8-40D4-4336-BF90-FAB5F377DCBF}" presName="wedge3" presStyleLbl="node1" presStyleIdx="2" presStyleCnt="5"/>
      <dgm:spPr/>
    </dgm:pt>
    <dgm:pt modelId="{9A0A92F0-CFC3-4075-97A7-7BE94591DCB2}" type="pres">
      <dgm:prSet presAssocID="{BEDCC6B8-40D4-4336-BF90-FAB5F377DCBF}" presName="dummy3a" presStyleCnt="0"/>
      <dgm:spPr/>
    </dgm:pt>
    <dgm:pt modelId="{6683563B-7217-4D70-8104-718FA9B688C4}" type="pres">
      <dgm:prSet presAssocID="{BEDCC6B8-40D4-4336-BF90-FAB5F377DCBF}" presName="dummy3b" presStyleCnt="0"/>
      <dgm:spPr/>
    </dgm:pt>
    <dgm:pt modelId="{58A55FF4-29CC-4F33-9870-FCC5E0A0C0CC}" type="pres">
      <dgm:prSet presAssocID="{BEDCC6B8-40D4-4336-BF90-FAB5F377DCBF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7B02B96-5D82-4656-86C6-4457B2F8A211}" type="pres">
      <dgm:prSet presAssocID="{BEDCC6B8-40D4-4336-BF90-FAB5F377DCBF}" presName="wedge4" presStyleLbl="node1" presStyleIdx="3" presStyleCnt="5"/>
      <dgm:spPr/>
    </dgm:pt>
    <dgm:pt modelId="{90495A98-3875-4C5D-8F51-59E2E428C19C}" type="pres">
      <dgm:prSet presAssocID="{BEDCC6B8-40D4-4336-BF90-FAB5F377DCBF}" presName="dummy4a" presStyleCnt="0"/>
      <dgm:spPr/>
    </dgm:pt>
    <dgm:pt modelId="{F1DD3268-A780-4160-9688-7F6096ABB966}" type="pres">
      <dgm:prSet presAssocID="{BEDCC6B8-40D4-4336-BF90-FAB5F377DCBF}" presName="dummy4b" presStyleCnt="0"/>
      <dgm:spPr/>
    </dgm:pt>
    <dgm:pt modelId="{CD86219F-C555-4B08-9F7A-14205AB05A1A}" type="pres">
      <dgm:prSet presAssocID="{BEDCC6B8-40D4-4336-BF90-FAB5F377DCBF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4372B3C-C952-45A8-8116-290383BFE721}" type="pres">
      <dgm:prSet presAssocID="{BEDCC6B8-40D4-4336-BF90-FAB5F377DCBF}" presName="wedge5" presStyleLbl="node1" presStyleIdx="4" presStyleCnt="5"/>
      <dgm:spPr/>
    </dgm:pt>
    <dgm:pt modelId="{8C293ED8-EFD2-44E3-AC78-3D04193AF900}" type="pres">
      <dgm:prSet presAssocID="{BEDCC6B8-40D4-4336-BF90-FAB5F377DCBF}" presName="dummy5a" presStyleCnt="0"/>
      <dgm:spPr/>
    </dgm:pt>
    <dgm:pt modelId="{91BA3301-17DD-4FB0-A559-32F10CF6E055}" type="pres">
      <dgm:prSet presAssocID="{BEDCC6B8-40D4-4336-BF90-FAB5F377DCBF}" presName="dummy5b" presStyleCnt="0"/>
      <dgm:spPr/>
    </dgm:pt>
    <dgm:pt modelId="{7A21AB1E-5772-45A9-AFB5-BC926A9571C5}" type="pres">
      <dgm:prSet presAssocID="{BEDCC6B8-40D4-4336-BF90-FAB5F377DCBF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80FB3B19-8D7C-4585-BFDE-9954FE38C049}" type="pres">
      <dgm:prSet presAssocID="{E34D1658-BB48-4832-89E5-FC8041C439B0}" presName="arrowWedge1" presStyleLbl="fgSibTrans2D1" presStyleIdx="0" presStyleCnt="5"/>
      <dgm:spPr>
        <a:noFill/>
        <a:ln>
          <a:noFill/>
        </a:ln>
      </dgm:spPr>
    </dgm:pt>
    <dgm:pt modelId="{4CA40166-8A9A-4D4C-A689-3A2070924734}" type="pres">
      <dgm:prSet presAssocID="{33494633-9827-4F4C-A984-44427AA6A089}" presName="arrowWedge2" presStyleLbl="fgSibTrans2D1" presStyleIdx="1" presStyleCnt="5"/>
      <dgm:spPr>
        <a:noFill/>
      </dgm:spPr>
    </dgm:pt>
    <dgm:pt modelId="{47D82C89-2042-4DE0-862F-5FC2E1E6E067}" type="pres">
      <dgm:prSet presAssocID="{26EC8577-981C-4245-8131-D045F854C466}" presName="arrowWedge3" presStyleLbl="fgSibTrans2D1" presStyleIdx="2" presStyleCnt="5"/>
      <dgm:spPr>
        <a:noFill/>
      </dgm:spPr>
    </dgm:pt>
    <dgm:pt modelId="{9980E675-1DED-44C3-A04C-306DA669A03E}" type="pres">
      <dgm:prSet presAssocID="{6E9AB113-2B2F-454E-AA4C-3260A15EFB8F}" presName="arrowWedge4" presStyleLbl="fgSibTrans2D1" presStyleIdx="3" presStyleCnt="5"/>
      <dgm:spPr>
        <a:noFill/>
      </dgm:spPr>
    </dgm:pt>
    <dgm:pt modelId="{039CBA67-55F2-4BBF-B773-EADDD14F8248}" type="pres">
      <dgm:prSet presAssocID="{B447B071-811A-490B-B188-6837FB919081}" presName="arrowWedge5" presStyleLbl="fgSibTrans2D1" presStyleIdx="4" presStyleCnt="5"/>
      <dgm:spPr>
        <a:noFill/>
        <a:ln>
          <a:noFill/>
        </a:ln>
      </dgm:spPr>
    </dgm:pt>
  </dgm:ptLst>
  <dgm:cxnLst>
    <dgm:cxn modelId="{E3B7B71A-B7B3-47CA-95CF-43FE715B3DEB}" type="presOf" srcId="{4783A41C-3FD1-4C55-B16C-82353E80FBF7}" destId="{84372B3C-C952-45A8-8116-290383BFE721}" srcOrd="0" destOrd="0" presId="urn:microsoft.com/office/officeart/2005/8/layout/cycle8"/>
    <dgm:cxn modelId="{AFD75321-DEFE-443B-ADA4-63915AEB3366}" type="presOf" srcId="{2A61C0B7-0A3A-4A61-9A8C-4FD428244C19}" destId="{BC38F61E-ACE7-441A-8D60-5FB05440C8BE}" srcOrd="0" destOrd="0" presId="urn:microsoft.com/office/officeart/2005/8/layout/cycle8"/>
    <dgm:cxn modelId="{B6AE7D35-660D-45B5-922B-6D634558B15E}" srcId="{BEDCC6B8-40D4-4336-BF90-FAB5F377DCBF}" destId="{144FF440-7ECC-49B5-92BC-899E0AF5A243}" srcOrd="1" destOrd="0" parTransId="{450D30E8-12D6-420C-9B47-0EC8BB55CE88}" sibTransId="{33494633-9827-4F4C-A984-44427AA6A089}"/>
    <dgm:cxn modelId="{23E26739-0F72-4196-848C-313CA44A0092}" type="presOf" srcId="{774B3366-B125-43AB-B59C-CA6D3972950F}" destId="{58A55FF4-29CC-4F33-9870-FCC5E0A0C0CC}" srcOrd="1" destOrd="0" presId="urn:microsoft.com/office/officeart/2005/8/layout/cycle8"/>
    <dgm:cxn modelId="{2BE3E540-BDCB-470E-BD2C-E9A5144F2176}" type="presOf" srcId="{4783A41C-3FD1-4C55-B16C-82353E80FBF7}" destId="{7A21AB1E-5772-45A9-AFB5-BC926A9571C5}" srcOrd="1" destOrd="0" presId="urn:microsoft.com/office/officeart/2005/8/layout/cycle8"/>
    <dgm:cxn modelId="{664AC846-4573-47E4-93A8-696063A75EE6}" srcId="{BEDCC6B8-40D4-4336-BF90-FAB5F377DCBF}" destId="{774B3366-B125-43AB-B59C-CA6D3972950F}" srcOrd="2" destOrd="0" parTransId="{2476F7C0-8332-4803-9F48-8AFB216CEB94}" sibTransId="{26EC8577-981C-4245-8131-D045F854C466}"/>
    <dgm:cxn modelId="{B8CFE667-D04A-48AE-A6ED-EAD2695FFC1D}" srcId="{BEDCC6B8-40D4-4336-BF90-FAB5F377DCBF}" destId="{2A61C0B7-0A3A-4A61-9A8C-4FD428244C19}" srcOrd="0" destOrd="0" parTransId="{5E320B59-8619-482E-8854-33A2B4DB9A69}" sibTransId="{E34D1658-BB48-4832-89E5-FC8041C439B0}"/>
    <dgm:cxn modelId="{A2018376-330B-40E8-AD2E-FDA267C76FA9}" type="presOf" srcId="{2A61C0B7-0A3A-4A61-9A8C-4FD428244C19}" destId="{7E9652D2-359B-4229-A50E-4901964E7079}" srcOrd="1" destOrd="0" presId="urn:microsoft.com/office/officeart/2005/8/layout/cycle8"/>
    <dgm:cxn modelId="{9AB2D083-8CFF-4635-9758-6CF89A5542B3}" type="presOf" srcId="{774B3366-B125-43AB-B59C-CA6D3972950F}" destId="{161F6484-EB8A-4066-B559-495C9BFB14C0}" srcOrd="0" destOrd="0" presId="urn:microsoft.com/office/officeart/2005/8/layout/cycle8"/>
    <dgm:cxn modelId="{31E11C9C-DAEF-49F3-96DA-1DC1EC2C39B7}" type="presOf" srcId="{144FF440-7ECC-49B5-92BC-899E0AF5A243}" destId="{4EA89329-14C2-4DA1-939C-C936993EAB0D}" srcOrd="0" destOrd="0" presId="urn:microsoft.com/office/officeart/2005/8/layout/cycle8"/>
    <dgm:cxn modelId="{179168A5-16A4-4EA5-BFF8-E134175A404C}" type="presOf" srcId="{7C47039D-DA44-42D5-8A3A-2AE92283BCAA}" destId="{CD86219F-C555-4B08-9F7A-14205AB05A1A}" srcOrd="1" destOrd="0" presId="urn:microsoft.com/office/officeart/2005/8/layout/cycle8"/>
    <dgm:cxn modelId="{4CA6DBBA-3CCB-46D5-AB87-C8E482A64C99}" type="presOf" srcId="{144FF440-7ECC-49B5-92BC-899E0AF5A243}" destId="{60FAF377-EAE4-41BA-8092-9CD4912852D6}" srcOrd="1" destOrd="0" presId="urn:microsoft.com/office/officeart/2005/8/layout/cycle8"/>
    <dgm:cxn modelId="{46DB24C5-740D-4C4E-B117-695411932B4C}" type="presOf" srcId="{BEDCC6B8-40D4-4336-BF90-FAB5F377DCBF}" destId="{F8E89616-19B9-46CD-99F6-3FD690B5054A}" srcOrd="0" destOrd="0" presId="urn:microsoft.com/office/officeart/2005/8/layout/cycle8"/>
    <dgm:cxn modelId="{FC4A44D6-65BA-4458-9431-9AFF41E52340}" srcId="{BEDCC6B8-40D4-4336-BF90-FAB5F377DCBF}" destId="{7C47039D-DA44-42D5-8A3A-2AE92283BCAA}" srcOrd="3" destOrd="0" parTransId="{C50F055D-1EE6-4CC3-AEDD-789160DB40D3}" sibTransId="{6E9AB113-2B2F-454E-AA4C-3260A15EFB8F}"/>
    <dgm:cxn modelId="{A2C65BE1-AC3A-4431-87D3-B54754333A9D}" type="presOf" srcId="{7C47039D-DA44-42D5-8A3A-2AE92283BCAA}" destId="{D7B02B96-5D82-4656-86C6-4457B2F8A211}" srcOrd="0" destOrd="0" presId="urn:microsoft.com/office/officeart/2005/8/layout/cycle8"/>
    <dgm:cxn modelId="{7C3150F5-A94B-475B-88AD-BD575F923B49}" srcId="{BEDCC6B8-40D4-4336-BF90-FAB5F377DCBF}" destId="{4783A41C-3FD1-4C55-B16C-82353E80FBF7}" srcOrd="4" destOrd="0" parTransId="{6A17F872-2987-40B3-A50B-50FB0F40B1C5}" sibTransId="{B447B071-811A-490B-B188-6837FB919081}"/>
    <dgm:cxn modelId="{3A747A69-AFE6-40DB-B7B3-7E61D88D586F}" type="presParOf" srcId="{F8E89616-19B9-46CD-99F6-3FD690B5054A}" destId="{BC38F61E-ACE7-441A-8D60-5FB05440C8BE}" srcOrd="0" destOrd="0" presId="urn:microsoft.com/office/officeart/2005/8/layout/cycle8"/>
    <dgm:cxn modelId="{85EE1FB1-1D5A-417F-A772-E461EEAD487E}" type="presParOf" srcId="{F8E89616-19B9-46CD-99F6-3FD690B5054A}" destId="{FE403FDD-A910-47BD-85F3-9A2B959DA756}" srcOrd="1" destOrd="0" presId="urn:microsoft.com/office/officeart/2005/8/layout/cycle8"/>
    <dgm:cxn modelId="{0CB5FC5B-5C4F-4DFC-A021-8C3CA0D54199}" type="presParOf" srcId="{F8E89616-19B9-46CD-99F6-3FD690B5054A}" destId="{649793BA-02A2-4300-937B-EC6E4310913B}" srcOrd="2" destOrd="0" presId="urn:microsoft.com/office/officeart/2005/8/layout/cycle8"/>
    <dgm:cxn modelId="{5E473912-5DD4-42E9-8EE7-67D475D4021E}" type="presParOf" srcId="{F8E89616-19B9-46CD-99F6-3FD690B5054A}" destId="{7E9652D2-359B-4229-A50E-4901964E7079}" srcOrd="3" destOrd="0" presId="urn:microsoft.com/office/officeart/2005/8/layout/cycle8"/>
    <dgm:cxn modelId="{741A38B8-573B-41CF-BC9B-429B31B5946F}" type="presParOf" srcId="{F8E89616-19B9-46CD-99F6-3FD690B5054A}" destId="{4EA89329-14C2-4DA1-939C-C936993EAB0D}" srcOrd="4" destOrd="0" presId="urn:microsoft.com/office/officeart/2005/8/layout/cycle8"/>
    <dgm:cxn modelId="{3819A76C-CB36-44BA-AB43-BE5B5AFD5F2E}" type="presParOf" srcId="{F8E89616-19B9-46CD-99F6-3FD690B5054A}" destId="{5392B537-9AC4-4A9C-AB52-4D53B42BC469}" srcOrd="5" destOrd="0" presId="urn:microsoft.com/office/officeart/2005/8/layout/cycle8"/>
    <dgm:cxn modelId="{D14D71AA-963C-489C-8AD8-0CE0AA21AC00}" type="presParOf" srcId="{F8E89616-19B9-46CD-99F6-3FD690B5054A}" destId="{C4C4FDA9-2D79-49B9-888E-D87C004EB225}" srcOrd="6" destOrd="0" presId="urn:microsoft.com/office/officeart/2005/8/layout/cycle8"/>
    <dgm:cxn modelId="{73EDF2D5-B7CC-4C33-8C93-AD69B4440A45}" type="presParOf" srcId="{F8E89616-19B9-46CD-99F6-3FD690B5054A}" destId="{60FAF377-EAE4-41BA-8092-9CD4912852D6}" srcOrd="7" destOrd="0" presId="urn:microsoft.com/office/officeart/2005/8/layout/cycle8"/>
    <dgm:cxn modelId="{7C1163C5-99D9-4242-B20F-70607A31EDDE}" type="presParOf" srcId="{F8E89616-19B9-46CD-99F6-3FD690B5054A}" destId="{161F6484-EB8A-4066-B559-495C9BFB14C0}" srcOrd="8" destOrd="0" presId="urn:microsoft.com/office/officeart/2005/8/layout/cycle8"/>
    <dgm:cxn modelId="{0A43382F-AE83-42B2-8FD5-BFE784DDC82B}" type="presParOf" srcId="{F8E89616-19B9-46CD-99F6-3FD690B5054A}" destId="{9A0A92F0-CFC3-4075-97A7-7BE94591DCB2}" srcOrd="9" destOrd="0" presId="urn:microsoft.com/office/officeart/2005/8/layout/cycle8"/>
    <dgm:cxn modelId="{6C11FBD0-AE4B-412F-8B54-4BDDC8B7E0E7}" type="presParOf" srcId="{F8E89616-19B9-46CD-99F6-3FD690B5054A}" destId="{6683563B-7217-4D70-8104-718FA9B688C4}" srcOrd="10" destOrd="0" presId="urn:microsoft.com/office/officeart/2005/8/layout/cycle8"/>
    <dgm:cxn modelId="{84E0E351-0E09-48E2-B442-907A95EA8448}" type="presParOf" srcId="{F8E89616-19B9-46CD-99F6-3FD690B5054A}" destId="{58A55FF4-29CC-4F33-9870-FCC5E0A0C0CC}" srcOrd="11" destOrd="0" presId="urn:microsoft.com/office/officeart/2005/8/layout/cycle8"/>
    <dgm:cxn modelId="{291D79FC-D223-4B99-BB09-1D053C7AFEC6}" type="presParOf" srcId="{F8E89616-19B9-46CD-99F6-3FD690B5054A}" destId="{D7B02B96-5D82-4656-86C6-4457B2F8A211}" srcOrd="12" destOrd="0" presId="urn:microsoft.com/office/officeart/2005/8/layout/cycle8"/>
    <dgm:cxn modelId="{3ED9A237-726C-40C2-A7B0-CA8939A1607F}" type="presParOf" srcId="{F8E89616-19B9-46CD-99F6-3FD690B5054A}" destId="{90495A98-3875-4C5D-8F51-59E2E428C19C}" srcOrd="13" destOrd="0" presId="urn:microsoft.com/office/officeart/2005/8/layout/cycle8"/>
    <dgm:cxn modelId="{17982AB6-4F46-4329-BD6D-6182F5A4A704}" type="presParOf" srcId="{F8E89616-19B9-46CD-99F6-3FD690B5054A}" destId="{F1DD3268-A780-4160-9688-7F6096ABB966}" srcOrd="14" destOrd="0" presId="urn:microsoft.com/office/officeart/2005/8/layout/cycle8"/>
    <dgm:cxn modelId="{A4331C82-8CE4-4ADE-ACB8-9B7450C8488A}" type="presParOf" srcId="{F8E89616-19B9-46CD-99F6-3FD690B5054A}" destId="{CD86219F-C555-4B08-9F7A-14205AB05A1A}" srcOrd="15" destOrd="0" presId="urn:microsoft.com/office/officeart/2005/8/layout/cycle8"/>
    <dgm:cxn modelId="{FB666071-7D03-4ED4-AEA9-15C9E44ABECB}" type="presParOf" srcId="{F8E89616-19B9-46CD-99F6-3FD690B5054A}" destId="{84372B3C-C952-45A8-8116-290383BFE721}" srcOrd="16" destOrd="0" presId="urn:microsoft.com/office/officeart/2005/8/layout/cycle8"/>
    <dgm:cxn modelId="{FD165C99-A148-4B80-A46D-699128C955C8}" type="presParOf" srcId="{F8E89616-19B9-46CD-99F6-3FD690B5054A}" destId="{8C293ED8-EFD2-44E3-AC78-3D04193AF900}" srcOrd="17" destOrd="0" presId="urn:microsoft.com/office/officeart/2005/8/layout/cycle8"/>
    <dgm:cxn modelId="{EDB3E302-188A-4C93-A827-D95E3E9AC975}" type="presParOf" srcId="{F8E89616-19B9-46CD-99F6-3FD690B5054A}" destId="{91BA3301-17DD-4FB0-A559-32F10CF6E055}" srcOrd="18" destOrd="0" presId="urn:microsoft.com/office/officeart/2005/8/layout/cycle8"/>
    <dgm:cxn modelId="{F6E5DAF6-5570-48BD-B518-B3741F8B82AA}" type="presParOf" srcId="{F8E89616-19B9-46CD-99F6-3FD690B5054A}" destId="{7A21AB1E-5772-45A9-AFB5-BC926A9571C5}" srcOrd="19" destOrd="0" presId="urn:microsoft.com/office/officeart/2005/8/layout/cycle8"/>
    <dgm:cxn modelId="{2EB9D2FD-9AE6-4E17-BFFF-A63849A590F5}" type="presParOf" srcId="{F8E89616-19B9-46CD-99F6-3FD690B5054A}" destId="{80FB3B19-8D7C-4585-BFDE-9954FE38C049}" srcOrd="20" destOrd="0" presId="urn:microsoft.com/office/officeart/2005/8/layout/cycle8"/>
    <dgm:cxn modelId="{623FADF4-9F8F-4F24-957F-E146F75A5288}" type="presParOf" srcId="{F8E89616-19B9-46CD-99F6-3FD690B5054A}" destId="{4CA40166-8A9A-4D4C-A689-3A2070924734}" srcOrd="21" destOrd="0" presId="urn:microsoft.com/office/officeart/2005/8/layout/cycle8"/>
    <dgm:cxn modelId="{D0680A3D-8A92-4871-B4ED-03CA5CF3E18B}" type="presParOf" srcId="{F8E89616-19B9-46CD-99F6-3FD690B5054A}" destId="{47D82C89-2042-4DE0-862F-5FC2E1E6E067}" srcOrd="22" destOrd="0" presId="urn:microsoft.com/office/officeart/2005/8/layout/cycle8"/>
    <dgm:cxn modelId="{8C8A89AF-350E-4089-A927-1A6E3C1E6E9E}" type="presParOf" srcId="{F8E89616-19B9-46CD-99F6-3FD690B5054A}" destId="{9980E675-1DED-44C3-A04C-306DA669A03E}" srcOrd="23" destOrd="0" presId="urn:microsoft.com/office/officeart/2005/8/layout/cycle8"/>
    <dgm:cxn modelId="{0CB2EA64-9CBF-4A91-8B9D-F91F2E9C5A5A}" type="presParOf" srcId="{F8E89616-19B9-46CD-99F6-3FD690B5054A}" destId="{039CBA67-55F2-4BBF-B773-EADDD14F8248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DCC6B8-40D4-4336-BF90-FAB5F377DCBF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1C0B7-0A3A-4A61-9A8C-4FD428244C19}">
      <dgm:prSet phldrT="[Text]" custT="1"/>
      <dgm:spPr/>
      <dgm:t>
        <a:bodyPr/>
        <a:lstStyle/>
        <a:p>
          <a:r>
            <a:rPr lang="en-US" sz="2000" dirty="0" err="1">
              <a:latin typeface="Gill Sans MT" panose="020B0502020104020203" pitchFamily="34" charset="0"/>
            </a:rPr>
            <a:t>Cocreative</a:t>
          </a:r>
          <a:endParaRPr lang="en-US" sz="2000" dirty="0">
            <a:latin typeface="Gill Sans MT" panose="020B0502020104020203" pitchFamily="34" charset="0"/>
          </a:endParaRPr>
        </a:p>
      </dgm:t>
    </dgm:pt>
    <dgm:pt modelId="{5E320B59-8619-482E-8854-33A2B4DB9A69}" type="parTrans" cxnId="{B8CFE667-D04A-48AE-A6ED-EAD2695FFC1D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E34D1658-BB48-4832-89E5-FC8041C439B0}" type="sibTrans" cxnId="{B8CFE667-D04A-48AE-A6ED-EAD2695FFC1D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144FF440-7ECC-49B5-92BC-899E0AF5A243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Sequencing</a:t>
          </a:r>
        </a:p>
      </dgm:t>
    </dgm:pt>
    <dgm:pt modelId="{450D30E8-12D6-420C-9B47-0EC8BB55CE88}" type="parTrans" cxnId="{B6AE7D35-660D-45B5-922B-6D634558B15E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33494633-9827-4F4C-A984-44427AA6A089}" type="sibTrans" cxnId="{B6AE7D35-660D-45B5-922B-6D634558B15E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774B3366-B125-43AB-B59C-CA6D3972950F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Evidencing</a:t>
          </a:r>
        </a:p>
      </dgm:t>
    </dgm:pt>
    <dgm:pt modelId="{2476F7C0-8332-4803-9F48-8AFB216CEB94}" type="parTrans" cxnId="{664AC846-4573-47E4-93A8-696063A75EE6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26EC8577-981C-4245-8131-D045F854C466}" type="sibTrans" cxnId="{664AC846-4573-47E4-93A8-696063A75EE6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7C47039D-DA44-42D5-8A3A-2AE92283BCAA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Holistic</a:t>
          </a:r>
        </a:p>
      </dgm:t>
    </dgm:pt>
    <dgm:pt modelId="{C50F055D-1EE6-4CC3-AEDD-789160DB40D3}" type="parTrans" cxnId="{FC4A44D6-65BA-4458-9431-9AFF41E52340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6E9AB113-2B2F-454E-AA4C-3260A15EFB8F}" type="sibTrans" cxnId="{FC4A44D6-65BA-4458-9431-9AFF41E52340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4783A41C-3FD1-4C55-B16C-82353E80FBF7}">
      <dgm:prSet phldrT="[Text]" custT="1"/>
      <dgm:spPr/>
      <dgm:t>
        <a:bodyPr/>
        <a:lstStyle/>
        <a:p>
          <a:r>
            <a:rPr lang="en-US" sz="2000" dirty="0">
              <a:latin typeface="Gill Sans MT" panose="020B0502020104020203" pitchFamily="34" charset="0"/>
            </a:rPr>
            <a:t>User-centered</a:t>
          </a:r>
        </a:p>
      </dgm:t>
    </dgm:pt>
    <dgm:pt modelId="{6A17F872-2987-40B3-A50B-50FB0F40B1C5}" type="parTrans" cxnId="{7C3150F5-A94B-475B-88AD-BD575F923B49}">
      <dgm:prSet/>
      <dgm:spPr/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B447B071-811A-490B-B188-6837FB919081}" type="sibTrans" cxnId="{7C3150F5-A94B-475B-88AD-BD575F923B49}">
      <dgm:prSet/>
      <dgm:spPr>
        <a:noFill/>
        <a:ln>
          <a:noFill/>
        </a:ln>
      </dgm:spPr>
      <dgm:t>
        <a:bodyPr/>
        <a:lstStyle/>
        <a:p>
          <a:endParaRPr lang="en-US" sz="2000">
            <a:latin typeface="Gill Sans MT" panose="020B0502020104020203" pitchFamily="34" charset="0"/>
          </a:endParaRPr>
        </a:p>
      </dgm:t>
    </dgm:pt>
    <dgm:pt modelId="{F8E89616-19B9-46CD-99F6-3FD690B5054A}" type="pres">
      <dgm:prSet presAssocID="{BEDCC6B8-40D4-4336-BF90-FAB5F377DCBF}" presName="compositeShape" presStyleCnt="0">
        <dgm:presLayoutVars>
          <dgm:chMax val="7"/>
          <dgm:dir/>
          <dgm:resizeHandles val="exact"/>
        </dgm:presLayoutVars>
      </dgm:prSet>
      <dgm:spPr/>
    </dgm:pt>
    <dgm:pt modelId="{BC38F61E-ACE7-441A-8D60-5FB05440C8BE}" type="pres">
      <dgm:prSet presAssocID="{BEDCC6B8-40D4-4336-BF90-FAB5F377DCBF}" presName="wedge1" presStyleLbl="node1" presStyleIdx="0" presStyleCnt="5"/>
      <dgm:spPr/>
    </dgm:pt>
    <dgm:pt modelId="{FE403FDD-A910-47BD-85F3-9A2B959DA756}" type="pres">
      <dgm:prSet presAssocID="{BEDCC6B8-40D4-4336-BF90-FAB5F377DCBF}" presName="dummy1a" presStyleCnt="0"/>
      <dgm:spPr/>
    </dgm:pt>
    <dgm:pt modelId="{649793BA-02A2-4300-937B-EC6E4310913B}" type="pres">
      <dgm:prSet presAssocID="{BEDCC6B8-40D4-4336-BF90-FAB5F377DCBF}" presName="dummy1b" presStyleCnt="0"/>
      <dgm:spPr/>
    </dgm:pt>
    <dgm:pt modelId="{7E9652D2-359B-4229-A50E-4901964E7079}" type="pres">
      <dgm:prSet presAssocID="{BEDCC6B8-40D4-4336-BF90-FAB5F377DCBF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EA89329-14C2-4DA1-939C-C936993EAB0D}" type="pres">
      <dgm:prSet presAssocID="{BEDCC6B8-40D4-4336-BF90-FAB5F377DCBF}" presName="wedge2" presStyleLbl="node1" presStyleIdx="1" presStyleCnt="5"/>
      <dgm:spPr/>
    </dgm:pt>
    <dgm:pt modelId="{5392B537-9AC4-4A9C-AB52-4D53B42BC469}" type="pres">
      <dgm:prSet presAssocID="{BEDCC6B8-40D4-4336-BF90-FAB5F377DCBF}" presName="dummy2a" presStyleCnt="0"/>
      <dgm:spPr/>
    </dgm:pt>
    <dgm:pt modelId="{C4C4FDA9-2D79-49B9-888E-D87C004EB225}" type="pres">
      <dgm:prSet presAssocID="{BEDCC6B8-40D4-4336-BF90-FAB5F377DCBF}" presName="dummy2b" presStyleCnt="0"/>
      <dgm:spPr/>
    </dgm:pt>
    <dgm:pt modelId="{60FAF377-EAE4-41BA-8092-9CD4912852D6}" type="pres">
      <dgm:prSet presAssocID="{BEDCC6B8-40D4-4336-BF90-FAB5F377DCBF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161F6484-EB8A-4066-B559-495C9BFB14C0}" type="pres">
      <dgm:prSet presAssocID="{BEDCC6B8-40D4-4336-BF90-FAB5F377DCBF}" presName="wedge3" presStyleLbl="node1" presStyleIdx="2" presStyleCnt="5"/>
      <dgm:spPr/>
    </dgm:pt>
    <dgm:pt modelId="{9A0A92F0-CFC3-4075-97A7-7BE94591DCB2}" type="pres">
      <dgm:prSet presAssocID="{BEDCC6B8-40D4-4336-BF90-FAB5F377DCBF}" presName="dummy3a" presStyleCnt="0"/>
      <dgm:spPr/>
    </dgm:pt>
    <dgm:pt modelId="{6683563B-7217-4D70-8104-718FA9B688C4}" type="pres">
      <dgm:prSet presAssocID="{BEDCC6B8-40D4-4336-BF90-FAB5F377DCBF}" presName="dummy3b" presStyleCnt="0"/>
      <dgm:spPr/>
    </dgm:pt>
    <dgm:pt modelId="{58A55FF4-29CC-4F33-9870-FCC5E0A0C0CC}" type="pres">
      <dgm:prSet presAssocID="{BEDCC6B8-40D4-4336-BF90-FAB5F377DCBF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7B02B96-5D82-4656-86C6-4457B2F8A211}" type="pres">
      <dgm:prSet presAssocID="{BEDCC6B8-40D4-4336-BF90-FAB5F377DCBF}" presName="wedge4" presStyleLbl="node1" presStyleIdx="3" presStyleCnt="5"/>
      <dgm:spPr/>
    </dgm:pt>
    <dgm:pt modelId="{90495A98-3875-4C5D-8F51-59E2E428C19C}" type="pres">
      <dgm:prSet presAssocID="{BEDCC6B8-40D4-4336-BF90-FAB5F377DCBF}" presName="dummy4a" presStyleCnt="0"/>
      <dgm:spPr/>
    </dgm:pt>
    <dgm:pt modelId="{F1DD3268-A780-4160-9688-7F6096ABB966}" type="pres">
      <dgm:prSet presAssocID="{BEDCC6B8-40D4-4336-BF90-FAB5F377DCBF}" presName="dummy4b" presStyleCnt="0"/>
      <dgm:spPr/>
    </dgm:pt>
    <dgm:pt modelId="{CD86219F-C555-4B08-9F7A-14205AB05A1A}" type="pres">
      <dgm:prSet presAssocID="{BEDCC6B8-40D4-4336-BF90-FAB5F377DCBF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4372B3C-C952-45A8-8116-290383BFE721}" type="pres">
      <dgm:prSet presAssocID="{BEDCC6B8-40D4-4336-BF90-FAB5F377DCBF}" presName="wedge5" presStyleLbl="node1" presStyleIdx="4" presStyleCnt="5"/>
      <dgm:spPr/>
    </dgm:pt>
    <dgm:pt modelId="{8C293ED8-EFD2-44E3-AC78-3D04193AF900}" type="pres">
      <dgm:prSet presAssocID="{BEDCC6B8-40D4-4336-BF90-FAB5F377DCBF}" presName="dummy5a" presStyleCnt="0"/>
      <dgm:spPr/>
    </dgm:pt>
    <dgm:pt modelId="{91BA3301-17DD-4FB0-A559-32F10CF6E055}" type="pres">
      <dgm:prSet presAssocID="{BEDCC6B8-40D4-4336-BF90-FAB5F377DCBF}" presName="dummy5b" presStyleCnt="0"/>
      <dgm:spPr/>
    </dgm:pt>
    <dgm:pt modelId="{7A21AB1E-5772-45A9-AFB5-BC926A9571C5}" type="pres">
      <dgm:prSet presAssocID="{BEDCC6B8-40D4-4336-BF90-FAB5F377DCBF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80FB3B19-8D7C-4585-BFDE-9954FE38C049}" type="pres">
      <dgm:prSet presAssocID="{E34D1658-BB48-4832-89E5-FC8041C439B0}" presName="arrowWedge1" presStyleLbl="fgSibTrans2D1" presStyleIdx="0" presStyleCnt="5"/>
      <dgm:spPr>
        <a:noFill/>
        <a:ln>
          <a:noFill/>
        </a:ln>
      </dgm:spPr>
    </dgm:pt>
    <dgm:pt modelId="{4CA40166-8A9A-4D4C-A689-3A2070924734}" type="pres">
      <dgm:prSet presAssocID="{33494633-9827-4F4C-A984-44427AA6A089}" presName="arrowWedge2" presStyleLbl="fgSibTrans2D1" presStyleIdx="1" presStyleCnt="5"/>
      <dgm:spPr>
        <a:noFill/>
      </dgm:spPr>
    </dgm:pt>
    <dgm:pt modelId="{47D82C89-2042-4DE0-862F-5FC2E1E6E067}" type="pres">
      <dgm:prSet presAssocID="{26EC8577-981C-4245-8131-D045F854C466}" presName="arrowWedge3" presStyleLbl="fgSibTrans2D1" presStyleIdx="2" presStyleCnt="5"/>
      <dgm:spPr>
        <a:noFill/>
      </dgm:spPr>
    </dgm:pt>
    <dgm:pt modelId="{9980E675-1DED-44C3-A04C-306DA669A03E}" type="pres">
      <dgm:prSet presAssocID="{6E9AB113-2B2F-454E-AA4C-3260A15EFB8F}" presName="arrowWedge4" presStyleLbl="fgSibTrans2D1" presStyleIdx="3" presStyleCnt="5"/>
      <dgm:spPr>
        <a:noFill/>
      </dgm:spPr>
    </dgm:pt>
    <dgm:pt modelId="{039CBA67-55F2-4BBF-B773-EADDD14F8248}" type="pres">
      <dgm:prSet presAssocID="{B447B071-811A-490B-B188-6837FB919081}" presName="arrowWedge5" presStyleLbl="fgSibTrans2D1" presStyleIdx="4" presStyleCnt="5"/>
      <dgm:spPr>
        <a:noFill/>
        <a:ln>
          <a:noFill/>
        </a:ln>
      </dgm:spPr>
    </dgm:pt>
  </dgm:ptLst>
  <dgm:cxnLst>
    <dgm:cxn modelId="{E3B7B71A-B7B3-47CA-95CF-43FE715B3DEB}" type="presOf" srcId="{4783A41C-3FD1-4C55-B16C-82353E80FBF7}" destId="{84372B3C-C952-45A8-8116-290383BFE721}" srcOrd="0" destOrd="0" presId="urn:microsoft.com/office/officeart/2005/8/layout/cycle8"/>
    <dgm:cxn modelId="{AFD75321-DEFE-443B-ADA4-63915AEB3366}" type="presOf" srcId="{2A61C0B7-0A3A-4A61-9A8C-4FD428244C19}" destId="{BC38F61E-ACE7-441A-8D60-5FB05440C8BE}" srcOrd="0" destOrd="0" presId="urn:microsoft.com/office/officeart/2005/8/layout/cycle8"/>
    <dgm:cxn modelId="{B6AE7D35-660D-45B5-922B-6D634558B15E}" srcId="{BEDCC6B8-40D4-4336-BF90-FAB5F377DCBF}" destId="{144FF440-7ECC-49B5-92BC-899E0AF5A243}" srcOrd="1" destOrd="0" parTransId="{450D30E8-12D6-420C-9B47-0EC8BB55CE88}" sibTransId="{33494633-9827-4F4C-A984-44427AA6A089}"/>
    <dgm:cxn modelId="{23E26739-0F72-4196-848C-313CA44A0092}" type="presOf" srcId="{774B3366-B125-43AB-B59C-CA6D3972950F}" destId="{58A55FF4-29CC-4F33-9870-FCC5E0A0C0CC}" srcOrd="1" destOrd="0" presId="urn:microsoft.com/office/officeart/2005/8/layout/cycle8"/>
    <dgm:cxn modelId="{2BE3E540-BDCB-470E-BD2C-E9A5144F2176}" type="presOf" srcId="{4783A41C-3FD1-4C55-B16C-82353E80FBF7}" destId="{7A21AB1E-5772-45A9-AFB5-BC926A9571C5}" srcOrd="1" destOrd="0" presId="urn:microsoft.com/office/officeart/2005/8/layout/cycle8"/>
    <dgm:cxn modelId="{664AC846-4573-47E4-93A8-696063A75EE6}" srcId="{BEDCC6B8-40D4-4336-BF90-FAB5F377DCBF}" destId="{774B3366-B125-43AB-B59C-CA6D3972950F}" srcOrd="2" destOrd="0" parTransId="{2476F7C0-8332-4803-9F48-8AFB216CEB94}" sibTransId="{26EC8577-981C-4245-8131-D045F854C466}"/>
    <dgm:cxn modelId="{B8CFE667-D04A-48AE-A6ED-EAD2695FFC1D}" srcId="{BEDCC6B8-40D4-4336-BF90-FAB5F377DCBF}" destId="{2A61C0B7-0A3A-4A61-9A8C-4FD428244C19}" srcOrd="0" destOrd="0" parTransId="{5E320B59-8619-482E-8854-33A2B4DB9A69}" sibTransId="{E34D1658-BB48-4832-89E5-FC8041C439B0}"/>
    <dgm:cxn modelId="{A2018376-330B-40E8-AD2E-FDA267C76FA9}" type="presOf" srcId="{2A61C0B7-0A3A-4A61-9A8C-4FD428244C19}" destId="{7E9652D2-359B-4229-A50E-4901964E7079}" srcOrd="1" destOrd="0" presId="urn:microsoft.com/office/officeart/2005/8/layout/cycle8"/>
    <dgm:cxn modelId="{9AB2D083-8CFF-4635-9758-6CF89A5542B3}" type="presOf" srcId="{774B3366-B125-43AB-B59C-CA6D3972950F}" destId="{161F6484-EB8A-4066-B559-495C9BFB14C0}" srcOrd="0" destOrd="0" presId="urn:microsoft.com/office/officeart/2005/8/layout/cycle8"/>
    <dgm:cxn modelId="{31E11C9C-DAEF-49F3-96DA-1DC1EC2C39B7}" type="presOf" srcId="{144FF440-7ECC-49B5-92BC-899E0AF5A243}" destId="{4EA89329-14C2-4DA1-939C-C936993EAB0D}" srcOrd="0" destOrd="0" presId="urn:microsoft.com/office/officeart/2005/8/layout/cycle8"/>
    <dgm:cxn modelId="{179168A5-16A4-4EA5-BFF8-E134175A404C}" type="presOf" srcId="{7C47039D-DA44-42D5-8A3A-2AE92283BCAA}" destId="{CD86219F-C555-4B08-9F7A-14205AB05A1A}" srcOrd="1" destOrd="0" presId="urn:microsoft.com/office/officeart/2005/8/layout/cycle8"/>
    <dgm:cxn modelId="{4CA6DBBA-3CCB-46D5-AB87-C8E482A64C99}" type="presOf" srcId="{144FF440-7ECC-49B5-92BC-899E0AF5A243}" destId="{60FAF377-EAE4-41BA-8092-9CD4912852D6}" srcOrd="1" destOrd="0" presId="urn:microsoft.com/office/officeart/2005/8/layout/cycle8"/>
    <dgm:cxn modelId="{46DB24C5-740D-4C4E-B117-695411932B4C}" type="presOf" srcId="{BEDCC6B8-40D4-4336-BF90-FAB5F377DCBF}" destId="{F8E89616-19B9-46CD-99F6-3FD690B5054A}" srcOrd="0" destOrd="0" presId="urn:microsoft.com/office/officeart/2005/8/layout/cycle8"/>
    <dgm:cxn modelId="{FC4A44D6-65BA-4458-9431-9AFF41E52340}" srcId="{BEDCC6B8-40D4-4336-BF90-FAB5F377DCBF}" destId="{7C47039D-DA44-42D5-8A3A-2AE92283BCAA}" srcOrd="3" destOrd="0" parTransId="{C50F055D-1EE6-4CC3-AEDD-789160DB40D3}" sibTransId="{6E9AB113-2B2F-454E-AA4C-3260A15EFB8F}"/>
    <dgm:cxn modelId="{A2C65BE1-AC3A-4431-87D3-B54754333A9D}" type="presOf" srcId="{7C47039D-DA44-42D5-8A3A-2AE92283BCAA}" destId="{D7B02B96-5D82-4656-86C6-4457B2F8A211}" srcOrd="0" destOrd="0" presId="urn:microsoft.com/office/officeart/2005/8/layout/cycle8"/>
    <dgm:cxn modelId="{7C3150F5-A94B-475B-88AD-BD575F923B49}" srcId="{BEDCC6B8-40D4-4336-BF90-FAB5F377DCBF}" destId="{4783A41C-3FD1-4C55-B16C-82353E80FBF7}" srcOrd="4" destOrd="0" parTransId="{6A17F872-2987-40B3-A50B-50FB0F40B1C5}" sibTransId="{B447B071-811A-490B-B188-6837FB919081}"/>
    <dgm:cxn modelId="{3A747A69-AFE6-40DB-B7B3-7E61D88D586F}" type="presParOf" srcId="{F8E89616-19B9-46CD-99F6-3FD690B5054A}" destId="{BC38F61E-ACE7-441A-8D60-5FB05440C8BE}" srcOrd="0" destOrd="0" presId="urn:microsoft.com/office/officeart/2005/8/layout/cycle8"/>
    <dgm:cxn modelId="{85EE1FB1-1D5A-417F-A772-E461EEAD487E}" type="presParOf" srcId="{F8E89616-19B9-46CD-99F6-3FD690B5054A}" destId="{FE403FDD-A910-47BD-85F3-9A2B959DA756}" srcOrd="1" destOrd="0" presId="urn:microsoft.com/office/officeart/2005/8/layout/cycle8"/>
    <dgm:cxn modelId="{0CB5FC5B-5C4F-4DFC-A021-8C3CA0D54199}" type="presParOf" srcId="{F8E89616-19B9-46CD-99F6-3FD690B5054A}" destId="{649793BA-02A2-4300-937B-EC6E4310913B}" srcOrd="2" destOrd="0" presId="urn:microsoft.com/office/officeart/2005/8/layout/cycle8"/>
    <dgm:cxn modelId="{5E473912-5DD4-42E9-8EE7-67D475D4021E}" type="presParOf" srcId="{F8E89616-19B9-46CD-99F6-3FD690B5054A}" destId="{7E9652D2-359B-4229-A50E-4901964E7079}" srcOrd="3" destOrd="0" presId="urn:microsoft.com/office/officeart/2005/8/layout/cycle8"/>
    <dgm:cxn modelId="{741A38B8-573B-41CF-BC9B-429B31B5946F}" type="presParOf" srcId="{F8E89616-19B9-46CD-99F6-3FD690B5054A}" destId="{4EA89329-14C2-4DA1-939C-C936993EAB0D}" srcOrd="4" destOrd="0" presId="urn:microsoft.com/office/officeart/2005/8/layout/cycle8"/>
    <dgm:cxn modelId="{3819A76C-CB36-44BA-AB43-BE5B5AFD5F2E}" type="presParOf" srcId="{F8E89616-19B9-46CD-99F6-3FD690B5054A}" destId="{5392B537-9AC4-4A9C-AB52-4D53B42BC469}" srcOrd="5" destOrd="0" presId="urn:microsoft.com/office/officeart/2005/8/layout/cycle8"/>
    <dgm:cxn modelId="{D14D71AA-963C-489C-8AD8-0CE0AA21AC00}" type="presParOf" srcId="{F8E89616-19B9-46CD-99F6-3FD690B5054A}" destId="{C4C4FDA9-2D79-49B9-888E-D87C004EB225}" srcOrd="6" destOrd="0" presId="urn:microsoft.com/office/officeart/2005/8/layout/cycle8"/>
    <dgm:cxn modelId="{73EDF2D5-B7CC-4C33-8C93-AD69B4440A45}" type="presParOf" srcId="{F8E89616-19B9-46CD-99F6-3FD690B5054A}" destId="{60FAF377-EAE4-41BA-8092-9CD4912852D6}" srcOrd="7" destOrd="0" presId="urn:microsoft.com/office/officeart/2005/8/layout/cycle8"/>
    <dgm:cxn modelId="{7C1163C5-99D9-4242-B20F-70607A31EDDE}" type="presParOf" srcId="{F8E89616-19B9-46CD-99F6-3FD690B5054A}" destId="{161F6484-EB8A-4066-B559-495C9BFB14C0}" srcOrd="8" destOrd="0" presId="urn:microsoft.com/office/officeart/2005/8/layout/cycle8"/>
    <dgm:cxn modelId="{0A43382F-AE83-42B2-8FD5-BFE784DDC82B}" type="presParOf" srcId="{F8E89616-19B9-46CD-99F6-3FD690B5054A}" destId="{9A0A92F0-CFC3-4075-97A7-7BE94591DCB2}" srcOrd="9" destOrd="0" presId="urn:microsoft.com/office/officeart/2005/8/layout/cycle8"/>
    <dgm:cxn modelId="{6C11FBD0-AE4B-412F-8B54-4BDDC8B7E0E7}" type="presParOf" srcId="{F8E89616-19B9-46CD-99F6-3FD690B5054A}" destId="{6683563B-7217-4D70-8104-718FA9B688C4}" srcOrd="10" destOrd="0" presId="urn:microsoft.com/office/officeart/2005/8/layout/cycle8"/>
    <dgm:cxn modelId="{84E0E351-0E09-48E2-B442-907A95EA8448}" type="presParOf" srcId="{F8E89616-19B9-46CD-99F6-3FD690B5054A}" destId="{58A55FF4-29CC-4F33-9870-FCC5E0A0C0CC}" srcOrd="11" destOrd="0" presId="urn:microsoft.com/office/officeart/2005/8/layout/cycle8"/>
    <dgm:cxn modelId="{291D79FC-D223-4B99-BB09-1D053C7AFEC6}" type="presParOf" srcId="{F8E89616-19B9-46CD-99F6-3FD690B5054A}" destId="{D7B02B96-5D82-4656-86C6-4457B2F8A211}" srcOrd="12" destOrd="0" presId="urn:microsoft.com/office/officeart/2005/8/layout/cycle8"/>
    <dgm:cxn modelId="{3ED9A237-726C-40C2-A7B0-CA8939A1607F}" type="presParOf" srcId="{F8E89616-19B9-46CD-99F6-3FD690B5054A}" destId="{90495A98-3875-4C5D-8F51-59E2E428C19C}" srcOrd="13" destOrd="0" presId="urn:microsoft.com/office/officeart/2005/8/layout/cycle8"/>
    <dgm:cxn modelId="{17982AB6-4F46-4329-BD6D-6182F5A4A704}" type="presParOf" srcId="{F8E89616-19B9-46CD-99F6-3FD690B5054A}" destId="{F1DD3268-A780-4160-9688-7F6096ABB966}" srcOrd="14" destOrd="0" presId="urn:microsoft.com/office/officeart/2005/8/layout/cycle8"/>
    <dgm:cxn modelId="{A4331C82-8CE4-4ADE-ACB8-9B7450C8488A}" type="presParOf" srcId="{F8E89616-19B9-46CD-99F6-3FD690B5054A}" destId="{CD86219F-C555-4B08-9F7A-14205AB05A1A}" srcOrd="15" destOrd="0" presId="urn:microsoft.com/office/officeart/2005/8/layout/cycle8"/>
    <dgm:cxn modelId="{FB666071-7D03-4ED4-AEA9-15C9E44ABECB}" type="presParOf" srcId="{F8E89616-19B9-46CD-99F6-3FD690B5054A}" destId="{84372B3C-C952-45A8-8116-290383BFE721}" srcOrd="16" destOrd="0" presId="urn:microsoft.com/office/officeart/2005/8/layout/cycle8"/>
    <dgm:cxn modelId="{FD165C99-A148-4B80-A46D-699128C955C8}" type="presParOf" srcId="{F8E89616-19B9-46CD-99F6-3FD690B5054A}" destId="{8C293ED8-EFD2-44E3-AC78-3D04193AF900}" srcOrd="17" destOrd="0" presId="urn:microsoft.com/office/officeart/2005/8/layout/cycle8"/>
    <dgm:cxn modelId="{EDB3E302-188A-4C93-A827-D95E3E9AC975}" type="presParOf" srcId="{F8E89616-19B9-46CD-99F6-3FD690B5054A}" destId="{91BA3301-17DD-4FB0-A559-32F10CF6E055}" srcOrd="18" destOrd="0" presId="urn:microsoft.com/office/officeart/2005/8/layout/cycle8"/>
    <dgm:cxn modelId="{F6E5DAF6-5570-48BD-B518-B3741F8B82AA}" type="presParOf" srcId="{F8E89616-19B9-46CD-99F6-3FD690B5054A}" destId="{7A21AB1E-5772-45A9-AFB5-BC926A9571C5}" srcOrd="19" destOrd="0" presId="urn:microsoft.com/office/officeart/2005/8/layout/cycle8"/>
    <dgm:cxn modelId="{2EB9D2FD-9AE6-4E17-BFFF-A63849A590F5}" type="presParOf" srcId="{F8E89616-19B9-46CD-99F6-3FD690B5054A}" destId="{80FB3B19-8D7C-4585-BFDE-9954FE38C049}" srcOrd="20" destOrd="0" presId="urn:microsoft.com/office/officeart/2005/8/layout/cycle8"/>
    <dgm:cxn modelId="{623FADF4-9F8F-4F24-957F-E146F75A5288}" type="presParOf" srcId="{F8E89616-19B9-46CD-99F6-3FD690B5054A}" destId="{4CA40166-8A9A-4D4C-A689-3A2070924734}" srcOrd="21" destOrd="0" presId="urn:microsoft.com/office/officeart/2005/8/layout/cycle8"/>
    <dgm:cxn modelId="{D0680A3D-8A92-4871-B4ED-03CA5CF3E18B}" type="presParOf" srcId="{F8E89616-19B9-46CD-99F6-3FD690B5054A}" destId="{47D82C89-2042-4DE0-862F-5FC2E1E6E067}" srcOrd="22" destOrd="0" presId="urn:microsoft.com/office/officeart/2005/8/layout/cycle8"/>
    <dgm:cxn modelId="{8C8A89AF-350E-4089-A927-1A6E3C1E6E9E}" type="presParOf" srcId="{F8E89616-19B9-46CD-99F6-3FD690B5054A}" destId="{9980E675-1DED-44C3-A04C-306DA669A03E}" srcOrd="23" destOrd="0" presId="urn:microsoft.com/office/officeart/2005/8/layout/cycle8"/>
    <dgm:cxn modelId="{0CB2EA64-9CBF-4A91-8B9D-F91F2E9C5A5A}" type="presParOf" srcId="{F8E89616-19B9-46CD-99F6-3FD690B5054A}" destId="{039CBA67-55F2-4BBF-B773-EADDD14F8248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8F61E-ACE7-441A-8D60-5FB05440C8BE}">
      <dsp:nvSpPr>
        <dsp:cNvPr id="0" name=""/>
        <dsp:cNvSpPr/>
      </dsp:nvSpPr>
      <dsp:spPr>
        <a:xfrm>
          <a:off x="1883829" y="299182"/>
          <a:ext cx="4059987" cy="4059987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Gill Sans MT" panose="020B0502020104020203" pitchFamily="34" charset="0"/>
            </a:rPr>
            <a:t>Cocreative</a:t>
          </a:r>
          <a:endParaRPr lang="en-US" sz="2000" kern="1200" dirty="0">
            <a:latin typeface="Gill Sans MT" panose="020B0502020104020203" pitchFamily="34" charset="0"/>
          </a:endParaRPr>
        </a:p>
      </dsp:txBody>
      <dsp:txXfrm>
        <a:off x="4001789" y="981646"/>
        <a:ext cx="1304995" cy="869997"/>
      </dsp:txXfrm>
    </dsp:sp>
    <dsp:sp modelId="{4EA89329-14C2-4DA1-939C-C936993EAB0D}">
      <dsp:nvSpPr>
        <dsp:cNvPr id="0" name=""/>
        <dsp:cNvSpPr/>
      </dsp:nvSpPr>
      <dsp:spPr>
        <a:xfrm>
          <a:off x="1918628" y="407448"/>
          <a:ext cx="4059987" cy="4059987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Sequencing</a:t>
          </a:r>
        </a:p>
      </dsp:txBody>
      <dsp:txXfrm>
        <a:off x="4533454" y="2262476"/>
        <a:ext cx="1208329" cy="966663"/>
      </dsp:txXfrm>
    </dsp:sp>
    <dsp:sp modelId="{161F6484-EB8A-4066-B559-495C9BFB14C0}">
      <dsp:nvSpPr>
        <dsp:cNvPr id="0" name=""/>
        <dsp:cNvSpPr/>
      </dsp:nvSpPr>
      <dsp:spPr>
        <a:xfrm>
          <a:off x="1826795" y="474148"/>
          <a:ext cx="4059987" cy="4059987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Evidencing</a:t>
          </a:r>
        </a:p>
      </dsp:txBody>
      <dsp:txXfrm>
        <a:off x="3276791" y="3325806"/>
        <a:ext cx="1159996" cy="1063329"/>
      </dsp:txXfrm>
    </dsp:sp>
    <dsp:sp modelId="{D7B02B96-5D82-4656-86C6-4457B2F8A211}">
      <dsp:nvSpPr>
        <dsp:cNvPr id="0" name=""/>
        <dsp:cNvSpPr/>
      </dsp:nvSpPr>
      <dsp:spPr>
        <a:xfrm>
          <a:off x="1734962" y="407448"/>
          <a:ext cx="4059987" cy="4059987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Holistic</a:t>
          </a:r>
        </a:p>
      </dsp:txBody>
      <dsp:txXfrm>
        <a:off x="1971795" y="2262476"/>
        <a:ext cx="1208329" cy="966663"/>
      </dsp:txXfrm>
    </dsp:sp>
    <dsp:sp modelId="{84372B3C-C952-45A8-8116-290383BFE721}">
      <dsp:nvSpPr>
        <dsp:cNvPr id="0" name=""/>
        <dsp:cNvSpPr/>
      </dsp:nvSpPr>
      <dsp:spPr>
        <a:xfrm>
          <a:off x="1769762" y="299182"/>
          <a:ext cx="4059987" cy="4059987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User-centered</a:t>
          </a:r>
        </a:p>
      </dsp:txBody>
      <dsp:txXfrm>
        <a:off x="2406794" y="981646"/>
        <a:ext cx="1304995" cy="869997"/>
      </dsp:txXfrm>
    </dsp:sp>
    <dsp:sp modelId="{80FB3B19-8D7C-4585-BFDE-9954FE38C049}">
      <dsp:nvSpPr>
        <dsp:cNvPr id="0" name=""/>
        <dsp:cNvSpPr/>
      </dsp:nvSpPr>
      <dsp:spPr>
        <a:xfrm>
          <a:off x="1632305" y="47849"/>
          <a:ext cx="4562652" cy="4562652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40166-8A9A-4D4C-A689-3A2070924734}">
      <dsp:nvSpPr>
        <dsp:cNvPr id="0" name=""/>
        <dsp:cNvSpPr/>
      </dsp:nvSpPr>
      <dsp:spPr>
        <a:xfrm>
          <a:off x="1667577" y="156080"/>
          <a:ext cx="4562652" cy="4562652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82C89-2042-4DE0-862F-5FC2E1E6E067}">
      <dsp:nvSpPr>
        <dsp:cNvPr id="0" name=""/>
        <dsp:cNvSpPr/>
      </dsp:nvSpPr>
      <dsp:spPr>
        <a:xfrm>
          <a:off x="1575463" y="222984"/>
          <a:ext cx="4562652" cy="4562652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0E675-1DED-44C3-A04C-306DA669A03E}">
      <dsp:nvSpPr>
        <dsp:cNvPr id="0" name=""/>
        <dsp:cNvSpPr/>
      </dsp:nvSpPr>
      <dsp:spPr>
        <a:xfrm>
          <a:off x="1483349" y="156080"/>
          <a:ext cx="4562652" cy="4562652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CBA67-55F2-4BBF-B773-EADDD14F8248}">
      <dsp:nvSpPr>
        <dsp:cNvPr id="0" name=""/>
        <dsp:cNvSpPr/>
      </dsp:nvSpPr>
      <dsp:spPr>
        <a:xfrm>
          <a:off x="1518621" y="47849"/>
          <a:ext cx="4562652" cy="4562652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8F61E-ACE7-441A-8D60-5FB05440C8BE}">
      <dsp:nvSpPr>
        <dsp:cNvPr id="0" name=""/>
        <dsp:cNvSpPr/>
      </dsp:nvSpPr>
      <dsp:spPr>
        <a:xfrm>
          <a:off x="1333699" y="247013"/>
          <a:ext cx="3352035" cy="3352035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Gill Sans MT" panose="020B0502020104020203" pitchFamily="34" charset="0"/>
            </a:rPr>
            <a:t>Cocreative</a:t>
          </a:r>
          <a:endParaRPr lang="en-US" sz="2000" kern="1200" dirty="0">
            <a:latin typeface="Gill Sans MT" panose="020B0502020104020203" pitchFamily="34" charset="0"/>
          </a:endParaRPr>
        </a:p>
      </dsp:txBody>
      <dsp:txXfrm>
        <a:off x="3082344" y="810474"/>
        <a:ext cx="1077440" cy="718293"/>
      </dsp:txXfrm>
    </dsp:sp>
    <dsp:sp modelId="{4EA89329-14C2-4DA1-939C-C936993EAB0D}">
      <dsp:nvSpPr>
        <dsp:cNvPr id="0" name=""/>
        <dsp:cNvSpPr/>
      </dsp:nvSpPr>
      <dsp:spPr>
        <a:xfrm>
          <a:off x="1362430" y="336400"/>
          <a:ext cx="3352035" cy="3352035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Sequencing</a:t>
          </a:r>
        </a:p>
      </dsp:txBody>
      <dsp:txXfrm>
        <a:off x="3521301" y="1867961"/>
        <a:ext cx="997629" cy="798103"/>
      </dsp:txXfrm>
    </dsp:sp>
    <dsp:sp modelId="{161F6484-EB8A-4066-B559-495C9BFB14C0}">
      <dsp:nvSpPr>
        <dsp:cNvPr id="0" name=""/>
        <dsp:cNvSpPr/>
      </dsp:nvSpPr>
      <dsp:spPr>
        <a:xfrm>
          <a:off x="1286611" y="391469"/>
          <a:ext cx="3352035" cy="3352035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Evidencing</a:t>
          </a:r>
        </a:p>
      </dsp:txBody>
      <dsp:txXfrm>
        <a:off x="2483766" y="2745876"/>
        <a:ext cx="957724" cy="877914"/>
      </dsp:txXfrm>
    </dsp:sp>
    <dsp:sp modelId="{D7B02B96-5D82-4656-86C6-4457B2F8A211}">
      <dsp:nvSpPr>
        <dsp:cNvPr id="0" name=""/>
        <dsp:cNvSpPr/>
      </dsp:nvSpPr>
      <dsp:spPr>
        <a:xfrm>
          <a:off x="1210791" y="336400"/>
          <a:ext cx="3352035" cy="3352035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Holistic</a:t>
          </a:r>
        </a:p>
      </dsp:txBody>
      <dsp:txXfrm>
        <a:off x="1406326" y="1867961"/>
        <a:ext cx="997629" cy="798103"/>
      </dsp:txXfrm>
    </dsp:sp>
    <dsp:sp modelId="{84372B3C-C952-45A8-8116-290383BFE721}">
      <dsp:nvSpPr>
        <dsp:cNvPr id="0" name=""/>
        <dsp:cNvSpPr/>
      </dsp:nvSpPr>
      <dsp:spPr>
        <a:xfrm>
          <a:off x="1239522" y="247013"/>
          <a:ext cx="3352035" cy="3352035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</a:rPr>
            <a:t>User-centered</a:t>
          </a:r>
        </a:p>
      </dsp:txBody>
      <dsp:txXfrm>
        <a:off x="1765473" y="810474"/>
        <a:ext cx="1077440" cy="718293"/>
      </dsp:txXfrm>
    </dsp:sp>
    <dsp:sp modelId="{80FB3B19-8D7C-4585-BFDE-9954FE38C049}">
      <dsp:nvSpPr>
        <dsp:cNvPr id="0" name=""/>
        <dsp:cNvSpPr/>
      </dsp:nvSpPr>
      <dsp:spPr>
        <a:xfrm>
          <a:off x="1126034" y="39506"/>
          <a:ext cx="3767049" cy="3767049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40166-8A9A-4D4C-A689-3A2070924734}">
      <dsp:nvSpPr>
        <dsp:cNvPr id="0" name=""/>
        <dsp:cNvSpPr/>
      </dsp:nvSpPr>
      <dsp:spPr>
        <a:xfrm>
          <a:off x="1155155" y="128864"/>
          <a:ext cx="3767049" cy="3767049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82C89-2042-4DE0-862F-5FC2E1E6E067}">
      <dsp:nvSpPr>
        <dsp:cNvPr id="0" name=""/>
        <dsp:cNvSpPr/>
      </dsp:nvSpPr>
      <dsp:spPr>
        <a:xfrm>
          <a:off x="1079104" y="184101"/>
          <a:ext cx="3767049" cy="3767049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0E675-1DED-44C3-A04C-306DA669A03E}">
      <dsp:nvSpPr>
        <dsp:cNvPr id="0" name=""/>
        <dsp:cNvSpPr/>
      </dsp:nvSpPr>
      <dsp:spPr>
        <a:xfrm>
          <a:off x="1003052" y="128864"/>
          <a:ext cx="3767049" cy="3767049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CBA67-55F2-4BBF-B773-EADDD14F8248}">
      <dsp:nvSpPr>
        <dsp:cNvPr id="0" name=""/>
        <dsp:cNvSpPr/>
      </dsp:nvSpPr>
      <dsp:spPr>
        <a:xfrm>
          <a:off x="1032173" y="39506"/>
          <a:ext cx="3767049" cy="3767049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478D-2017-6B42-82DF-31F349C5E379}" type="datetimeFigureOut">
              <a:rPr lang="en-US" smtClean="0"/>
              <a:t>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6EEE4-7788-8D4C-B106-DDC1CC62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7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955AC-BBE9-A144-BEA0-0A44958C1A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43FDB-D2A8-867F-3ACB-3E7BCCF7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7AC74-9D7A-768B-A8C5-ADDA72C7B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0E03C-8E5D-D884-BE6A-150F1453F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10483-CA22-A7D3-C5E0-F9C3EF000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36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23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Oversimplification: like describing the space shuttle as something that flies. Words are inadequate to describe a complex service system.</a:t>
            </a:r>
          </a:p>
          <a:p>
            <a:r>
              <a:rPr lang="en-US" dirty="0"/>
              <a:t>Incompleteness: when describing services, people tend to omit details they are not familiar with. </a:t>
            </a:r>
          </a:p>
          <a:p>
            <a:r>
              <a:rPr lang="en-US" dirty="0"/>
              <a:t>Subjectivity: anyone describing a service will be biased by their own experiences and exposure to the service. We all have our own opinions even in the same service!</a:t>
            </a:r>
          </a:p>
          <a:p>
            <a:r>
              <a:rPr lang="en-US" dirty="0"/>
              <a:t>Biased Interpretation: no two people will describe a service (or their experience) in the exact same way and how others interpret what is said will also vary.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63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are on the service, customers co-create the service</a:t>
            </a:r>
          </a:p>
          <a:p>
            <a:r>
              <a:rPr lang="en-US" dirty="0"/>
              <a:t>User-centered: services should be experienced and designed through the customer’s eyes.</a:t>
            </a:r>
          </a:p>
          <a:p>
            <a:r>
              <a:rPr lang="en-US" dirty="0" err="1"/>
              <a:t>Cocreative</a:t>
            </a:r>
            <a:r>
              <a:rPr lang="en-US" dirty="0"/>
              <a:t>: all stakeholders should be included in the service design process.</a:t>
            </a:r>
          </a:p>
          <a:p>
            <a:r>
              <a:rPr lang="en-US" dirty="0"/>
              <a:t>Sequencing: a service should be visualized as a sequence of interrelated actions. </a:t>
            </a:r>
          </a:p>
          <a:p>
            <a:r>
              <a:rPr lang="en-US" dirty="0"/>
              <a:t>Evidencing: intangible services should be visualized in terms of physical artifacts.</a:t>
            </a:r>
          </a:p>
          <a:p>
            <a:r>
              <a:rPr lang="en-US" dirty="0"/>
              <a:t>Holistic: the entire environment of a service should be considered.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69AC-627C-2642-9F7F-293A9516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A5148-CC96-5CE4-1FB1-E17031BE4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16441-3EE4-4D4A-E54C-D9AE3DB95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3A9B5-72E0-2DAB-5F43-0CF10933A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09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https://www.nytimes.com/2025/01/23/technology/openai-operator-launch.html</a:t>
            </a:r>
          </a:p>
          <a:p>
            <a:r>
              <a:rPr lang="en-US" dirty="0"/>
              <a:t>https://www.youtube.com/watch?v=CSE77wAdDLg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53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https://www.youtube.com/watch?v=vohYJ16FEcA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1204E-D02A-48ED-82AB-3F4BA8C8E7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09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35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20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39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94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62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7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3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262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4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4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vohYJ16FEcA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4EE006-398F-E147-9CF2-66454FD34446}"/>
              </a:ext>
            </a:extLst>
          </p:cNvPr>
          <p:cNvSpPr txBox="1"/>
          <p:nvPr/>
        </p:nvSpPr>
        <p:spPr>
          <a:xfrm>
            <a:off x="0" y="2129587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8 | Part 1</a:t>
            </a:r>
            <a:endParaRPr lang="en-US" sz="4000" dirty="0">
              <a:solidFill>
                <a:srgbClr val="820002"/>
              </a:solidFill>
              <a:latin typeface="Garamond" panose="02020404030301010803" pitchFamily="18" charset="0"/>
            </a:endParaRPr>
          </a:p>
          <a:p>
            <a:pPr algn="ctr"/>
            <a:endParaRPr lang="en-US" sz="3800" dirty="0">
              <a:latin typeface="Garamond" panose="02020404030301010803" pitchFamily="18" charset="0"/>
            </a:endParaRPr>
          </a:p>
          <a:p>
            <a:pPr algn="ctr"/>
            <a:r>
              <a:rPr lang="en-US" sz="3800" dirty="0">
                <a:latin typeface="Garamond" panose="02020404030301010803" pitchFamily="18" charset="0"/>
              </a:rPr>
              <a:t>Service Innovation and Design</a:t>
            </a:r>
          </a:p>
        </p:txBody>
      </p:sp>
    </p:spTree>
    <p:extLst>
      <p:ext uri="{BB962C8B-B14F-4D97-AF65-F5344CB8AC3E}">
        <p14:creationId xmlns:p14="http://schemas.microsoft.com/office/powerpoint/2010/main" val="3588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1BBF-1216-422A-99E6-E239F5F7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F490C4-76B0-2119-E82F-C6C36667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Design and Standards Gap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D11A3-6FB5-667B-C404-2C65D85CA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083" y="1770270"/>
            <a:ext cx="5985834" cy="41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8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Objectives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400" y="1860964"/>
            <a:ext cx="10876547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Garamond" panose="02020404030301010803" pitchFamily="18" charset="0"/>
              </a:rPr>
              <a:t>Describe the challenges inherent to service innovation and design.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Present an array of different types of service innovations, including service offering innovation, innovating around customer roles, and innovation through service solutions.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Discuss the importance of engaging customers and employees and employing service design thinking.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Present the stages and unique elements of the service innovation and development process.</a:t>
            </a:r>
          </a:p>
          <a:p>
            <a:r>
              <a:rPr lang="en-US" sz="2400" dirty="0">
                <a:latin typeface="Garamond" panose="02020404030301010803" pitchFamily="18" charset="0"/>
              </a:rPr>
              <a:t>Demonstrate the value of service blueprinting as a technique for service innovation and design.</a:t>
            </a:r>
          </a:p>
        </p:txBody>
      </p:sp>
    </p:spTree>
    <p:extLst>
      <p:ext uri="{BB962C8B-B14F-4D97-AF65-F5344CB8AC3E}">
        <p14:creationId xmlns:p14="http://schemas.microsoft.com/office/powerpoint/2010/main" val="18335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16B0-32D3-B288-6A5C-E635E03E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 fontScale="90000"/>
          </a:bodyPr>
          <a:lstStyle/>
          <a:p>
            <a:r>
              <a:rPr lang="en-US" sz="3200" dirty="0">
                <a:latin typeface="Gill Sans MT" panose="020B0502020104020203" pitchFamily="34" charset="0"/>
              </a:rPr>
              <a:t>Why are some businesses more successful at introducing services than others?</a:t>
            </a:r>
          </a:p>
        </p:txBody>
      </p:sp>
      <p:pic>
        <p:nvPicPr>
          <p:cNvPr id="1026" name="Picture 2" descr="PetSmart names Carmichael Lynch Relate as PR AOR | PR Week">
            <a:extLst>
              <a:ext uri="{FF2B5EF4-FFF2-40B4-BE49-F238E27FC236}">
                <a16:creationId xmlns:a16="http://schemas.microsoft.com/office/drawing/2014/main" id="{EB278D19-6841-3943-8222-BEFECF297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2" y="1087977"/>
            <a:ext cx="7315200" cy="468172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5FF24-9483-F106-8AD3-2B3A78F12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>
            <a:normAutofit/>
          </a:bodyPr>
          <a:lstStyle/>
          <a:p>
            <a:r>
              <a:rPr lang="en-US" sz="2400">
                <a:latin typeface="Gill Sans MT" panose="020B0502020104020203" pitchFamily="34" charset="0"/>
              </a:rPr>
              <a:t>Example: PetSmart moving from a warehouse of products to now focusing on pet services.</a:t>
            </a:r>
          </a:p>
        </p:txBody>
      </p:sp>
    </p:spTree>
    <p:extLst>
      <p:ext uri="{BB962C8B-B14F-4D97-AF65-F5344CB8AC3E}">
        <p14:creationId xmlns:p14="http://schemas.microsoft.com/office/powerpoint/2010/main" val="221205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Characteristics of Successful Innovations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7" y="1674647"/>
            <a:ext cx="105637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Garamond" panose="02020404030301010803" pitchFamily="18" charset="0"/>
              </a:rPr>
              <a:t>Product/ service characteristics:</a:t>
            </a:r>
            <a:r>
              <a:rPr lang="en-US" sz="2800" dirty="0">
                <a:latin typeface="Garamond" panose="02020404030301010803" pitchFamily="18" charset="0"/>
              </a:rPr>
              <a:t> meeting customer needs, advantage over competing products, technological sophistication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Garamond" panose="02020404030301010803" pitchFamily="18" charset="0"/>
              </a:rPr>
              <a:t>Strategy characteristics:</a:t>
            </a:r>
            <a:r>
              <a:rPr lang="en-US" sz="2800" dirty="0">
                <a:latin typeface="Garamond" panose="02020404030301010803" pitchFamily="18" charset="0"/>
              </a:rPr>
              <a:t> dedicated human resources to support, dedicated research and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Garamond" panose="02020404030301010803" pitchFamily="18" charset="0"/>
              </a:rPr>
              <a:t>Process characteristics:</a:t>
            </a:r>
            <a:r>
              <a:rPr lang="en-US" sz="2800" dirty="0">
                <a:latin typeface="Garamond" panose="02020404030301010803" pitchFamily="18" charset="0"/>
              </a:rPr>
              <a:t> marketing, predevelopment, technological, and launch proficiencies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Garamond" panose="02020404030301010803" pitchFamily="18" charset="0"/>
              </a:rPr>
              <a:t>Marketplace characteristics:</a:t>
            </a:r>
            <a:r>
              <a:rPr lang="en-US" sz="2800" dirty="0">
                <a:latin typeface="Garamond" panose="02020404030301010803" pitchFamily="18" charset="0"/>
              </a:rPr>
              <a:t> market potential</a:t>
            </a:r>
          </a:p>
        </p:txBody>
      </p:sp>
    </p:spTree>
    <p:extLst>
      <p:ext uri="{BB962C8B-B14F-4D97-AF65-F5344CB8AC3E}">
        <p14:creationId xmlns:p14="http://schemas.microsoft.com/office/powerpoint/2010/main" val="340111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To sell a service you must describe it, </a:t>
            </a:r>
            <a:b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</a:br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but there are risks when describing a service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66274" y="1860964"/>
            <a:ext cx="4932947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Oversimplification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Incompleteness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Subjectivity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Biased Interpretation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AA938F-8E2F-900A-3492-4883454FC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894" y="2019300"/>
            <a:ext cx="6149149" cy="36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Considerations for Service Innovation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66275" y="1860964"/>
            <a:ext cx="4728410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Involve customers and employees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Employee Service Design Thinking and Techniques</a:t>
            </a:r>
            <a:endParaRPr lang="en-US" sz="2800" dirty="0">
              <a:latin typeface="Garamond" panose="02020404030301010803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7FE4DD9-4D3F-966B-309E-52A721EE69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063727"/>
              </p:ext>
            </p:extLst>
          </p:nvPr>
        </p:nvGraphicFramePr>
        <p:xfrm>
          <a:off x="4666915" y="1130967"/>
          <a:ext cx="7713579" cy="4833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136C0A-D2AD-6C14-2894-A281F4E85F12}"/>
              </a:ext>
            </a:extLst>
          </p:cNvPr>
          <p:cNvSpPr txBox="1"/>
          <p:nvPr/>
        </p:nvSpPr>
        <p:spPr>
          <a:xfrm>
            <a:off x="5428581" y="5691498"/>
            <a:ext cx="6190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Five principles of service 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316909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2E7B-7DE0-0728-97C9-3E9C4FDCD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48555-5A06-5468-50AF-CA23EF58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" y="-13950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Example: Design a Food Delivery Service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40BE32B-067A-396F-E0CC-B318E40FD7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833520"/>
              </p:ext>
            </p:extLst>
          </p:nvPr>
        </p:nvGraphicFramePr>
        <p:xfrm>
          <a:off x="3133371" y="1433741"/>
          <a:ext cx="5925258" cy="3990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AE78A3-378F-CABD-214A-84DD8D9EE295}"/>
              </a:ext>
            </a:extLst>
          </p:cNvPr>
          <p:cNvSpPr txBox="1"/>
          <p:nvPr/>
        </p:nvSpPr>
        <p:spPr>
          <a:xfrm>
            <a:off x="8164469" y="1370970"/>
            <a:ext cx="36144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Employees (including delivery partners)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Partner restaurants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4AE76-FEBA-5711-0DC2-2D373BA065DB}"/>
              </a:ext>
            </a:extLst>
          </p:cNvPr>
          <p:cNvSpPr txBox="1"/>
          <p:nvPr/>
        </p:nvSpPr>
        <p:spPr>
          <a:xfrm>
            <a:off x="413085" y="1546075"/>
            <a:ext cx="36144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Primarily students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Customer needs – what would this include (e.g., price)?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1CBF7F-2DB5-EE0B-3864-7F3BBFD697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571" y="3111190"/>
            <a:ext cx="3593589" cy="2452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ECF98-A852-B5A5-3BAE-248C46AEB5C7}"/>
              </a:ext>
            </a:extLst>
          </p:cNvPr>
          <p:cNvSpPr txBox="1"/>
          <p:nvPr/>
        </p:nvSpPr>
        <p:spPr>
          <a:xfrm>
            <a:off x="4288777" y="5379655"/>
            <a:ext cx="36144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Web/ mobile application (what features are important here?)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5D69A-0D3D-C333-B197-6629FD310F6D}"/>
              </a:ext>
            </a:extLst>
          </p:cNvPr>
          <p:cNvSpPr txBox="1"/>
          <p:nvPr/>
        </p:nvSpPr>
        <p:spPr>
          <a:xfrm>
            <a:off x="674331" y="3805320"/>
            <a:ext cx="36144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External environment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Regulators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</a:rPr>
              <a:t>Market potential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50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  <p:bldP spid="11" grpId="0"/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16B0-32D3-B288-6A5C-E635E03EC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ill Sans MT" panose="020B0502020104020203" pitchFamily="34" charset="0"/>
              </a:rPr>
              <a:t>What is a recent service (or product) innovation that you have seen?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5FF24-9483-F106-8AD3-2B3A78F12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Discussion Question</a:t>
            </a:r>
          </a:p>
        </p:txBody>
      </p:sp>
    </p:spTree>
    <p:extLst>
      <p:ext uri="{BB962C8B-B14F-4D97-AF65-F5344CB8AC3E}">
        <p14:creationId xmlns:p14="http://schemas.microsoft.com/office/powerpoint/2010/main" val="15042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ohYJ16FEcA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10802" y="471109"/>
            <a:ext cx="12213604" cy="591578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36C9EEF-3AE5-621D-C90F-66DAC999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14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Discussion Questions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399" y="1591573"/>
            <a:ext cx="1038178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How can AI agents like Operator enhance customer experiences in service industries?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In what ways can businesses integrate AI agents into their existing service models without compromising their brand's unique voice and message?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What are the ethical considerations and potential risks associated with deploying AI agents in customer-facing roles?</a:t>
            </a:r>
          </a:p>
        </p:txBody>
      </p:sp>
    </p:spTree>
    <p:extLst>
      <p:ext uri="{BB962C8B-B14F-4D97-AF65-F5344CB8AC3E}">
        <p14:creationId xmlns:p14="http://schemas.microsoft.com/office/powerpoint/2010/main" val="80484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CAC4-154B-17C1-0B30-3AD92531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Types of Service Innovations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824AD-83DC-EE84-3CB5-BD2320B5F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We will review several types of service innovations.</a:t>
            </a:r>
          </a:p>
        </p:txBody>
      </p:sp>
    </p:spTree>
    <p:extLst>
      <p:ext uri="{BB962C8B-B14F-4D97-AF65-F5344CB8AC3E}">
        <p14:creationId xmlns:p14="http://schemas.microsoft.com/office/powerpoint/2010/main" val="404864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Offering Innovation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400" y="1860964"/>
            <a:ext cx="105637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u="sng" dirty="0">
                <a:latin typeface="Garamond" panose="02020404030301010803" pitchFamily="18" charset="0"/>
              </a:rPr>
              <a:t>Major or Radical Innovations</a:t>
            </a:r>
            <a:endParaRPr lang="en-US" sz="2800" b="1" u="sng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New services for markets that have not yet been defined.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Example: Amazon’s introduction of same-day and two-day delivery.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Often these major innovations create brand new markets. </a:t>
            </a:r>
          </a:p>
        </p:txBody>
      </p:sp>
      <p:pic>
        <p:nvPicPr>
          <p:cNvPr id="3" name="Picture 2" descr="Amazon Logo and symbol, meaning, history, PNG, brand">
            <a:extLst>
              <a:ext uri="{FF2B5EF4-FFF2-40B4-BE49-F238E27FC236}">
                <a16:creationId xmlns:a16="http://schemas.microsoft.com/office/drawing/2014/main" id="{8A3F73DD-6920-8D9F-2C84-84DB5DB6E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39" y="4228923"/>
            <a:ext cx="2870200" cy="178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acebook Zero - Wikipedia">
            <a:extLst>
              <a:ext uri="{FF2B5EF4-FFF2-40B4-BE49-F238E27FC236}">
                <a16:creationId xmlns:a16="http://schemas.microsoft.com/office/drawing/2014/main" id="{DA867B8E-B83C-B235-AE6E-C09782CC5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342" y="4519780"/>
            <a:ext cx="3972864" cy="149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80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Offering Innovation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401" y="1529684"/>
            <a:ext cx="5181599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u="sng" dirty="0">
                <a:latin typeface="Garamond" panose="02020404030301010803" pitchFamily="18" charset="0"/>
              </a:rPr>
              <a:t>New Services for the Currently Served Market</a:t>
            </a:r>
            <a:endParaRPr lang="en-US" sz="2800" b="1" u="sng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Attempts to offer existing customers of the organization a service not previously available from the company (though it may be available from other companies).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Sometimes this is a stand-alone service like PetSmart Hotels and other times this is an enhancement like health club offering nutrition classes.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005B-9B80-8082-CDCE-F8007DC81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231" y="1958542"/>
            <a:ext cx="6722092" cy="294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7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Offering Innovation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400" y="1860964"/>
            <a:ext cx="3746810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u="sng" dirty="0">
                <a:latin typeface="Garamond" panose="02020404030301010803" pitchFamily="18" charset="0"/>
              </a:rPr>
              <a:t>Service-line Extensions</a:t>
            </a:r>
            <a:endParaRPr lang="en-US" sz="2800" u="sng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Augmentations of the existing service line.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Example: new menu items in restaurants; new routes on flights</a:t>
            </a:r>
          </a:p>
        </p:txBody>
      </p:sp>
      <p:pic>
        <p:nvPicPr>
          <p:cNvPr id="2050" name="Picture 2" descr="IndiGo Airlines Offer, Enjoy New Flight Routes with IndiGo">
            <a:extLst>
              <a:ext uri="{FF2B5EF4-FFF2-40B4-BE49-F238E27FC236}">
                <a16:creationId xmlns:a16="http://schemas.microsoft.com/office/drawing/2014/main" id="{749333AA-4AF3-6379-B635-6FC946D53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288" y="1912159"/>
            <a:ext cx="2982188" cy="308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E61582-FAFB-BF7A-4F1F-7F02AA239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282" y="1912159"/>
            <a:ext cx="3088379" cy="308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4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Offering Innovation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399" y="1756861"/>
            <a:ext cx="5510463" cy="425253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u="sng" dirty="0">
                <a:latin typeface="Garamond" panose="02020404030301010803" pitchFamily="18" charset="0"/>
              </a:rPr>
              <a:t>Service Improvements</a:t>
            </a:r>
            <a:endParaRPr lang="en-US" sz="2800" u="sng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The most common type of service innovation.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Changes in features of service already offered might involve faster execution of an existing service process.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Example: extended operating hours</a:t>
            </a:r>
          </a:p>
        </p:txBody>
      </p:sp>
      <p:pic>
        <p:nvPicPr>
          <p:cNvPr id="3076" name="Picture 4" descr="Extended Summer Season Hours! - Freeport Park District">
            <a:extLst>
              <a:ext uri="{FF2B5EF4-FFF2-40B4-BE49-F238E27FC236}">
                <a16:creationId xmlns:a16="http://schemas.microsoft.com/office/drawing/2014/main" id="{E634108E-643D-ED41-FAD5-418A0F527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814" y="1370971"/>
            <a:ext cx="3424818" cy="44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99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Offering Innovation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399" y="1591573"/>
            <a:ext cx="5021399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u="sng" dirty="0">
                <a:latin typeface="Garamond" panose="02020404030301010803" pitchFamily="18" charset="0"/>
              </a:rPr>
              <a:t>Style Changes</a:t>
            </a:r>
            <a:endParaRPr lang="en-US" sz="2800" u="sng" dirty="0">
              <a:latin typeface="Garamond" panose="020204040303010108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The most modest service innovation.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Highly visible and can have significant effects on customer perceptions, emotions, and attitudes.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Example: changing the color of a logo or redesigning a website.</a:t>
            </a:r>
          </a:p>
        </p:txBody>
      </p:sp>
      <p:pic>
        <p:nvPicPr>
          <p:cNvPr id="6146" name="Picture 2" descr="Google's new logos are bad | TechCrunch">
            <a:extLst>
              <a:ext uri="{FF2B5EF4-FFF2-40B4-BE49-F238E27FC236}">
                <a16:creationId xmlns:a16="http://schemas.microsoft.com/office/drawing/2014/main" id="{C8193AF1-B7AB-2CB3-EC36-45EE2C274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798" y="2148918"/>
            <a:ext cx="5943382" cy="252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53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grid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mondgrid theme" id="{ED93937A-9EDD-431C-AF40-A6218FC4DE09}" vid="{8CDF1396-6A4F-4529-B9C5-69BA7F395D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diamondgrid theme</Template>
  <TotalTime>3926</TotalTime>
  <Words>785</Words>
  <Application>Microsoft Macintosh PowerPoint</Application>
  <PresentationFormat>Widescreen</PresentationFormat>
  <Paragraphs>105</Paragraphs>
  <Slides>17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Garamond</vt:lpstr>
      <vt:lpstr>Gill Sans MT</vt:lpstr>
      <vt:lpstr>diamondgrid theme</vt:lpstr>
      <vt:lpstr>PowerPoint Presentation</vt:lpstr>
      <vt:lpstr>Service Design and Standards Gap</vt:lpstr>
      <vt:lpstr>Chapter Objectives</vt:lpstr>
      <vt:lpstr>Why are some businesses more successful at introducing services than others?</vt:lpstr>
      <vt:lpstr>Characteristics of Successful Innovations</vt:lpstr>
      <vt:lpstr>To sell a service you must describe it,  but there are risks when describing a service</vt:lpstr>
      <vt:lpstr>Considerations for Service Innovation</vt:lpstr>
      <vt:lpstr>Example: Design a Food Delivery Service </vt:lpstr>
      <vt:lpstr>What is a recent service (or product) innovation that you have seen?</vt:lpstr>
      <vt:lpstr>PowerPoint Presentation</vt:lpstr>
      <vt:lpstr>Discussion Questions</vt:lpstr>
      <vt:lpstr>Types of Service Innovations</vt:lpstr>
      <vt:lpstr>Service Offering Innovation</vt:lpstr>
      <vt:lpstr>Service Offering Innovation</vt:lpstr>
      <vt:lpstr>Service Offering Innovation</vt:lpstr>
      <vt:lpstr>Service Offering Innovation</vt:lpstr>
      <vt:lpstr>Service Offering Innovation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 Anh Nu Ton</dc:creator>
  <cp:lastModifiedBy>Sakshi Sanjay Babar</cp:lastModifiedBy>
  <cp:revision>244</cp:revision>
  <dcterms:created xsi:type="dcterms:W3CDTF">2021-01-26T21:27:35Z</dcterms:created>
  <dcterms:modified xsi:type="dcterms:W3CDTF">2025-02-12T16:08:32Z</dcterms:modified>
</cp:coreProperties>
</file>