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Lst>
  <p:notesMasterIdLst>
    <p:notesMasterId r:id="rId36"/>
  </p:notesMasterIdLst>
  <p:sldIdLst>
    <p:sldId id="379" r:id="rId2"/>
    <p:sldId id="256" r:id="rId3"/>
    <p:sldId id="257" r:id="rId4"/>
    <p:sldId id="366" r:id="rId5"/>
    <p:sldId id="374" r:id="rId6"/>
    <p:sldId id="364" r:id="rId7"/>
    <p:sldId id="377" r:id="rId8"/>
    <p:sldId id="367" r:id="rId9"/>
    <p:sldId id="375" r:id="rId10"/>
    <p:sldId id="376" r:id="rId11"/>
    <p:sldId id="380" r:id="rId12"/>
    <p:sldId id="381" r:id="rId13"/>
    <p:sldId id="368" r:id="rId14"/>
    <p:sldId id="353" r:id="rId15"/>
    <p:sldId id="259" r:id="rId16"/>
    <p:sldId id="363" r:id="rId17"/>
    <p:sldId id="361" r:id="rId18"/>
    <p:sldId id="362" r:id="rId19"/>
    <p:sldId id="371" r:id="rId20"/>
    <p:sldId id="378" r:id="rId21"/>
    <p:sldId id="354" r:id="rId22"/>
    <p:sldId id="372" r:id="rId23"/>
    <p:sldId id="346" r:id="rId24"/>
    <p:sldId id="335" r:id="rId25"/>
    <p:sldId id="334" r:id="rId26"/>
    <p:sldId id="317" r:id="rId27"/>
    <p:sldId id="336" r:id="rId28"/>
    <p:sldId id="341" r:id="rId29"/>
    <p:sldId id="340" r:id="rId30"/>
    <p:sldId id="342" r:id="rId31"/>
    <p:sldId id="322" r:id="rId32"/>
    <p:sldId id="337" r:id="rId33"/>
    <p:sldId id="338" r:id="rId34"/>
    <p:sldId id="34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FC6"/>
    <a:srgbClr val="0B5395"/>
    <a:srgbClr val="3F6384"/>
    <a:srgbClr val="FFFFFF"/>
    <a:srgbClr val="820002"/>
    <a:srgbClr val="800000"/>
    <a:srgbClr val="7F00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EE4955-9E48-4D6C-9AC8-2CB74BEED247}" v="590" dt="2026-08-19T23:15:14.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69"/>
    <p:restoredTop sz="79608" autoAdjust="0"/>
  </p:normalViewPr>
  <p:slideViewPr>
    <p:cSldViewPr snapToObjects="1">
      <p:cViewPr varScale="1">
        <p:scale>
          <a:sx n="62" d="100"/>
          <a:sy n="62" d="100"/>
        </p:scale>
        <p:origin x="1243" y="5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r Mohan" userId="88f4b4da-8dca-46b3-95ca-729f40a86975" providerId="ADAL" clId="{51B8FFEB-B4AF-4B4E-AAE0-8796815F75F1}"/>
    <pc:docChg chg="undo custSel addSld delSld modSld sldOrd">
      <pc:chgData name="Madhur Mohan" userId="88f4b4da-8dca-46b3-95ca-729f40a86975" providerId="ADAL" clId="{51B8FFEB-B4AF-4B4E-AAE0-8796815F75F1}" dt="2026-08-20T05:23:10.574" v="3588" actId="20577"/>
      <pc:docMkLst>
        <pc:docMk/>
      </pc:docMkLst>
      <pc:sldChg chg="modSp mod">
        <pc:chgData name="Madhur Mohan" userId="88f4b4da-8dca-46b3-95ca-729f40a86975" providerId="ADAL" clId="{51B8FFEB-B4AF-4B4E-AAE0-8796815F75F1}" dt="2026-08-19T22:31:13.898" v="3334" actId="20577"/>
        <pc:sldMkLst>
          <pc:docMk/>
          <pc:sldMk cId="725057729" sldId="257"/>
        </pc:sldMkLst>
        <pc:spChg chg="mod">
          <ac:chgData name="Madhur Mohan" userId="88f4b4da-8dca-46b3-95ca-729f40a86975" providerId="ADAL" clId="{51B8FFEB-B4AF-4B4E-AAE0-8796815F75F1}" dt="2026-08-19T22:31:13.898" v="3334" actId="20577"/>
          <ac:spMkLst>
            <pc:docMk/>
            <pc:sldMk cId="725057729" sldId="257"/>
            <ac:spMk id="5" creationId="{D1724647-207F-1346-BC45-932603259DBD}"/>
          </ac:spMkLst>
        </pc:spChg>
      </pc:sldChg>
      <pc:sldChg chg="addSp modSp mod modAnim modNotesTx">
        <pc:chgData name="Madhur Mohan" userId="88f4b4da-8dca-46b3-95ca-729f40a86975" providerId="ADAL" clId="{51B8FFEB-B4AF-4B4E-AAE0-8796815F75F1}" dt="2026-08-19T23:09:27.568" v="3367" actId="20577"/>
        <pc:sldMkLst>
          <pc:docMk/>
          <pc:sldMk cId="2334418882" sldId="259"/>
        </pc:sldMkLst>
        <pc:spChg chg="add mod">
          <ac:chgData name="Madhur Mohan" userId="88f4b4da-8dca-46b3-95ca-729f40a86975" providerId="ADAL" clId="{51B8FFEB-B4AF-4B4E-AAE0-8796815F75F1}" dt="2026-08-19T23:09:27.568" v="3367" actId="20577"/>
          <ac:spMkLst>
            <pc:docMk/>
            <pc:sldMk cId="2334418882" sldId="259"/>
            <ac:spMk id="2" creationId="{490ABF23-1250-C326-14DA-5844EDFFF399}"/>
          </ac:spMkLst>
        </pc:spChg>
        <pc:spChg chg="mod">
          <ac:chgData name="Madhur Mohan" userId="88f4b4da-8dca-46b3-95ca-729f40a86975" providerId="ADAL" clId="{51B8FFEB-B4AF-4B4E-AAE0-8796815F75F1}" dt="2026-08-07T13:42:37.102" v="2441" actId="20577"/>
          <ac:spMkLst>
            <pc:docMk/>
            <pc:sldMk cId="2334418882" sldId="259"/>
            <ac:spMk id="3" creationId="{1BF8EC3F-2A24-E549-9238-2B9F16E5768C}"/>
          </ac:spMkLst>
        </pc:spChg>
        <pc:spChg chg="mod">
          <ac:chgData name="Madhur Mohan" userId="88f4b4da-8dca-46b3-95ca-729f40a86975" providerId="ADAL" clId="{51B8FFEB-B4AF-4B4E-AAE0-8796815F75F1}" dt="2026-08-19T22:09:36.704" v="3026" actId="20577"/>
          <ac:spMkLst>
            <pc:docMk/>
            <pc:sldMk cId="2334418882" sldId="259"/>
            <ac:spMk id="6" creationId="{9BDDB602-C9AE-1140-AEA1-8C48F9BF1D4F}"/>
          </ac:spMkLst>
        </pc:spChg>
      </pc:sldChg>
      <pc:sldChg chg="del">
        <pc:chgData name="Madhur Mohan" userId="88f4b4da-8dca-46b3-95ca-729f40a86975" providerId="ADAL" clId="{51B8FFEB-B4AF-4B4E-AAE0-8796815F75F1}" dt="2026-08-19T22:05:55.764" v="2980" actId="47"/>
        <pc:sldMkLst>
          <pc:docMk/>
          <pc:sldMk cId="2648924980" sldId="329"/>
        </pc:sldMkLst>
      </pc:sldChg>
      <pc:sldChg chg="addSp delSp modSp mod modAnim">
        <pc:chgData name="Madhur Mohan" userId="88f4b4da-8dca-46b3-95ca-729f40a86975" providerId="ADAL" clId="{51B8FFEB-B4AF-4B4E-AAE0-8796815F75F1}" dt="2026-08-05T20:06:57.230" v="2225"/>
        <pc:sldMkLst>
          <pc:docMk/>
          <pc:sldMk cId="1732697870" sldId="334"/>
        </pc:sldMkLst>
        <pc:picChg chg="add mod">
          <ac:chgData name="Madhur Mohan" userId="88f4b4da-8dca-46b3-95ca-729f40a86975" providerId="ADAL" clId="{51B8FFEB-B4AF-4B4E-AAE0-8796815F75F1}" dt="2026-08-05T20:06:14.710" v="2223" actId="14100"/>
          <ac:picMkLst>
            <pc:docMk/>
            <pc:sldMk cId="1732697870" sldId="334"/>
            <ac:picMk id="5" creationId="{471C1D5E-D2B4-3FBF-74D9-98D597B50FB7}"/>
          </ac:picMkLst>
        </pc:picChg>
        <pc:picChg chg="add mod">
          <ac:chgData name="Madhur Mohan" userId="88f4b4da-8dca-46b3-95ca-729f40a86975" providerId="ADAL" clId="{51B8FFEB-B4AF-4B4E-AAE0-8796815F75F1}" dt="2026-08-05T20:06:18.092" v="2224" actId="1076"/>
          <ac:picMkLst>
            <pc:docMk/>
            <pc:sldMk cId="1732697870" sldId="334"/>
            <ac:picMk id="7" creationId="{BB2B89F6-5DE8-3A7A-1E3E-93C456487652}"/>
          </ac:picMkLst>
        </pc:picChg>
      </pc:sldChg>
      <pc:sldChg chg="modSp modAnim">
        <pc:chgData name="Madhur Mohan" userId="88f4b4da-8dca-46b3-95ca-729f40a86975" providerId="ADAL" clId="{51B8FFEB-B4AF-4B4E-AAE0-8796815F75F1}" dt="2026-08-19T23:15:14.361" v="3556" actId="20577"/>
        <pc:sldMkLst>
          <pc:docMk/>
          <pc:sldMk cId="181338842" sldId="343"/>
        </pc:sldMkLst>
        <pc:spChg chg="mod">
          <ac:chgData name="Madhur Mohan" userId="88f4b4da-8dca-46b3-95ca-729f40a86975" providerId="ADAL" clId="{51B8FFEB-B4AF-4B4E-AAE0-8796815F75F1}" dt="2026-08-19T23:15:14.361" v="3556" actId="20577"/>
          <ac:spMkLst>
            <pc:docMk/>
            <pc:sldMk cId="181338842" sldId="343"/>
            <ac:spMk id="3" creationId="{9F04C16D-759D-50CC-D42B-3981B412F3CB}"/>
          </ac:spMkLst>
        </pc:spChg>
      </pc:sldChg>
      <pc:sldChg chg="addSp delSp modSp add del mod modAnim">
        <pc:chgData name="Madhur Mohan" userId="88f4b4da-8dca-46b3-95ca-729f40a86975" providerId="ADAL" clId="{51B8FFEB-B4AF-4B4E-AAE0-8796815F75F1}" dt="2026-08-19T22:09:59.449" v="3027" actId="47"/>
        <pc:sldMkLst>
          <pc:docMk/>
          <pc:sldMk cId="280314908" sldId="344"/>
        </pc:sldMkLst>
        <pc:spChg chg="del">
          <ac:chgData name="Madhur Mohan" userId="88f4b4da-8dca-46b3-95ca-729f40a86975" providerId="ADAL" clId="{51B8FFEB-B4AF-4B4E-AAE0-8796815F75F1}" dt="2026-08-19T22:03:54.964" v="2968" actId="478"/>
          <ac:spMkLst>
            <pc:docMk/>
            <pc:sldMk cId="280314908" sldId="344"/>
            <ac:spMk id="2" creationId="{1A3BC760-77AE-3F2F-AB96-FEEA3E9C99EB}"/>
          </ac:spMkLst>
        </pc:spChg>
        <pc:spChg chg="add mod">
          <ac:chgData name="Madhur Mohan" userId="88f4b4da-8dca-46b3-95ca-729f40a86975" providerId="ADAL" clId="{51B8FFEB-B4AF-4B4E-AAE0-8796815F75F1}" dt="2026-08-19T22:03:54.964" v="2968" actId="478"/>
          <ac:spMkLst>
            <pc:docMk/>
            <pc:sldMk cId="280314908" sldId="344"/>
            <ac:spMk id="6" creationId="{245535EE-1710-F926-9A62-8D1B98FA3995}"/>
          </ac:spMkLst>
        </pc:spChg>
      </pc:sldChg>
      <pc:sldChg chg="modSp mod modNotesTx">
        <pc:chgData name="Madhur Mohan" userId="88f4b4da-8dca-46b3-95ca-729f40a86975" providerId="ADAL" clId="{51B8FFEB-B4AF-4B4E-AAE0-8796815F75F1}" dt="2026-08-19T23:08:56.165" v="3364" actId="20577"/>
        <pc:sldMkLst>
          <pc:docMk/>
          <pc:sldMk cId="1015104579" sldId="353"/>
        </pc:sldMkLst>
        <pc:spChg chg="mod">
          <ac:chgData name="Madhur Mohan" userId="88f4b4da-8dca-46b3-95ca-729f40a86975" providerId="ADAL" clId="{51B8FFEB-B4AF-4B4E-AAE0-8796815F75F1}" dt="2026-08-05T18:09:29.873" v="1095" actId="113"/>
          <ac:spMkLst>
            <pc:docMk/>
            <pc:sldMk cId="1015104579" sldId="353"/>
            <ac:spMk id="3" creationId="{B0D99F71-2CC0-3835-A83F-4CD168804C14}"/>
          </ac:spMkLst>
        </pc:spChg>
        <pc:spChg chg="mod">
          <ac:chgData name="Madhur Mohan" userId="88f4b4da-8dca-46b3-95ca-729f40a86975" providerId="ADAL" clId="{51B8FFEB-B4AF-4B4E-AAE0-8796815F75F1}" dt="2026-08-19T23:08:56.165" v="3364" actId="20577"/>
          <ac:spMkLst>
            <pc:docMk/>
            <pc:sldMk cId="1015104579" sldId="353"/>
            <ac:spMk id="6" creationId="{381C1A7A-F867-7052-68BB-B53EB24AF5CD}"/>
          </ac:spMkLst>
        </pc:spChg>
      </pc:sldChg>
      <pc:sldChg chg="modSp mod">
        <pc:chgData name="Madhur Mohan" userId="88f4b4da-8dca-46b3-95ca-729f40a86975" providerId="ADAL" clId="{51B8FFEB-B4AF-4B4E-AAE0-8796815F75F1}" dt="2026-08-05T19:56:16.958" v="2208" actId="1076"/>
        <pc:sldMkLst>
          <pc:docMk/>
          <pc:sldMk cId="3970928777" sldId="354"/>
        </pc:sldMkLst>
        <pc:graphicFrameChg chg="mod">
          <ac:chgData name="Madhur Mohan" userId="88f4b4da-8dca-46b3-95ca-729f40a86975" providerId="ADAL" clId="{51B8FFEB-B4AF-4B4E-AAE0-8796815F75F1}" dt="2026-08-05T19:56:16.958" v="2208" actId="1076"/>
          <ac:graphicFrameMkLst>
            <pc:docMk/>
            <pc:sldMk cId="3970928777" sldId="354"/>
            <ac:graphicFrameMk id="15" creationId="{7ED4D562-E68D-2E15-BE25-55C65F5F645C}"/>
          </ac:graphicFrameMkLst>
        </pc:graphicFrameChg>
      </pc:sldChg>
      <pc:sldChg chg="addSp delSp modSp add mod">
        <pc:chgData name="Madhur Mohan" userId="88f4b4da-8dca-46b3-95ca-729f40a86975" providerId="ADAL" clId="{51B8FFEB-B4AF-4B4E-AAE0-8796815F75F1}" dt="2026-08-19T22:11:01.774" v="3030" actId="1076"/>
        <pc:sldMkLst>
          <pc:docMk/>
          <pc:sldMk cId="1558071503" sldId="362"/>
        </pc:sldMkLst>
        <pc:picChg chg="add mod">
          <ac:chgData name="Madhur Mohan" userId="88f4b4da-8dca-46b3-95ca-729f40a86975" providerId="ADAL" clId="{51B8FFEB-B4AF-4B4E-AAE0-8796815F75F1}" dt="2026-08-19T22:11:01.774" v="3030" actId="1076"/>
          <ac:picMkLst>
            <pc:docMk/>
            <pc:sldMk cId="1558071503" sldId="362"/>
            <ac:picMk id="3" creationId="{F8C0A83C-F0A4-D112-B968-853757433556}"/>
          </ac:picMkLst>
        </pc:picChg>
      </pc:sldChg>
      <pc:sldChg chg="addSp delSp modSp add del mod delAnim modAnim">
        <pc:chgData name="Madhur Mohan" userId="88f4b4da-8dca-46b3-95ca-729f40a86975" providerId="ADAL" clId="{51B8FFEB-B4AF-4B4E-AAE0-8796815F75F1}" dt="2026-08-19T23:10:30.179" v="3428" actId="1076"/>
        <pc:sldMkLst>
          <pc:docMk/>
          <pc:sldMk cId="703611677" sldId="363"/>
        </pc:sldMkLst>
        <pc:spChg chg="mod">
          <ac:chgData name="Madhur Mohan" userId="88f4b4da-8dca-46b3-95ca-729f40a86975" providerId="ADAL" clId="{51B8FFEB-B4AF-4B4E-AAE0-8796815F75F1}" dt="2026-08-19T23:10:21.772" v="3426" actId="20577"/>
          <ac:spMkLst>
            <pc:docMk/>
            <pc:sldMk cId="703611677" sldId="363"/>
            <ac:spMk id="2" creationId="{5101691A-D2D8-DF27-DBB2-D1A63318C7C2}"/>
          </ac:spMkLst>
        </pc:spChg>
        <pc:spChg chg="add del mod">
          <ac:chgData name="Madhur Mohan" userId="88f4b4da-8dca-46b3-95ca-729f40a86975" providerId="ADAL" clId="{51B8FFEB-B4AF-4B4E-AAE0-8796815F75F1}" dt="2026-08-19T23:10:23.665" v="3427" actId="478"/>
          <ac:spMkLst>
            <pc:docMk/>
            <pc:sldMk cId="703611677" sldId="363"/>
            <ac:spMk id="3" creationId="{F2E505C6-FCEA-F066-99B9-CF55A66DAE85}"/>
          </ac:spMkLst>
        </pc:spChg>
        <pc:spChg chg="mod">
          <ac:chgData name="Madhur Mohan" userId="88f4b4da-8dca-46b3-95ca-729f40a86975" providerId="ADAL" clId="{51B8FFEB-B4AF-4B4E-AAE0-8796815F75F1}" dt="2026-08-19T22:10:45.732" v="3028" actId="21"/>
          <ac:spMkLst>
            <pc:docMk/>
            <pc:sldMk cId="703611677" sldId="363"/>
            <ac:spMk id="5" creationId="{2A6FBAE4-6EB6-CB5D-0EEF-D686C449BB15}"/>
          </ac:spMkLst>
        </pc:spChg>
        <pc:spChg chg="mod">
          <ac:chgData name="Madhur Mohan" userId="88f4b4da-8dca-46b3-95ca-729f40a86975" providerId="ADAL" clId="{51B8FFEB-B4AF-4B4E-AAE0-8796815F75F1}" dt="2026-08-19T23:10:30.179" v="3428" actId="1076"/>
          <ac:spMkLst>
            <pc:docMk/>
            <pc:sldMk cId="703611677" sldId="363"/>
            <ac:spMk id="6" creationId="{C1C38CA6-C089-C7BF-8C3D-C6F7862CC2C0}"/>
          </ac:spMkLst>
        </pc:spChg>
        <pc:spChg chg="mod">
          <ac:chgData name="Madhur Mohan" userId="88f4b4da-8dca-46b3-95ca-729f40a86975" providerId="ADAL" clId="{51B8FFEB-B4AF-4B4E-AAE0-8796815F75F1}" dt="2026-08-19T23:10:30.179" v="3428" actId="1076"/>
          <ac:spMkLst>
            <pc:docMk/>
            <pc:sldMk cId="703611677" sldId="363"/>
            <ac:spMk id="7" creationId="{65D72134-5F49-86B9-76CD-18851AB56A5A}"/>
          </ac:spMkLst>
        </pc:spChg>
        <pc:spChg chg="mod">
          <ac:chgData name="Madhur Mohan" userId="88f4b4da-8dca-46b3-95ca-729f40a86975" providerId="ADAL" clId="{51B8FFEB-B4AF-4B4E-AAE0-8796815F75F1}" dt="2026-08-19T23:10:30.179" v="3428" actId="1076"/>
          <ac:spMkLst>
            <pc:docMk/>
            <pc:sldMk cId="703611677" sldId="363"/>
            <ac:spMk id="8" creationId="{6E35B3FF-C586-1D38-B78B-ABBEEA0C847E}"/>
          </ac:spMkLst>
        </pc:spChg>
        <pc:spChg chg="mod">
          <ac:chgData name="Madhur Mohan" userId="88f4b4da-8dca-46b3-95ca-729f40a86975" providerId="ADAL" clId="{51B8FFEB-B4AF-4B4E-AAE0-8796815F75F1}" dt="2026-08-19T23:10:30.179" v="3428" actId="1076"/>
          <ac:spMkLst>
            <pc:docMk/>
            <pc:sldMk cId="703611677" sldId="363"/>
            <ac:spMk id="9" creationId="{CCFDC794-89F4-C566-93FE-30AA6F4D668B}"/>
          </ac:spMkLst>
        </pc:spChg>
        <pc:spChg chg="mod">
          <ac:chgData name="Madhur Mohan" userId="88f4b4da-8dca-46b3-95ca-729f40a86975" providerId="ADAL" clId="{51B8FFEB-B4AF-4B4E-AAE0-8796815F75F1}" dt="2026-08-19T23:10:30.179" v="3428" actId="1076"/>
          <ac:spMkLst>
            <pc:docMk/>
            <pc:sldMk cId="703611677" sldId="363"/>
            <ac:spMk id="11" creationId="{C95C605E-11CC-EB34-C995-02753B8A3D2B}"/>
          </ac:spMkLst>
        </pc:spChg>
        <pc:spChg chg="mod">
          <ac:chgData name="Madhur Mohan" userId="88f4b4da-8dca-46b3-95ca-729f40a86975" providerId="ADAL" clId="{51B8FFEB-B4AF-4B4E-AAE0-8796815F75F1}" dt="2026-08-19T23:10:30.179" v="3428" actId="1076"/>
          <ac:spMkLst>
            <pc:docMk/>
            <pc:sldMk cId="703611677" sldId="363"/>
            <ac:spMk id="12" creationId="{2C8A9D6F-C4B8-DB0E-BED9-035F3D810C21}"/>
          </ac:spMkLst>
        </pc:spChg>
        <pc:spChg chg="mod">
          <ac:chgData name="Madhur Mohan" userId="88f4b4da-8dca-46b3-95ca-729f40a86975" providerId="ADAL" clId="{51B8FFEB-B4AF-4B4E-AAE0-8796815F75F1}" dt="2026-08-19T23:10:30.179" v="3428" actId="1076"/>
          <ac:spMkLst>
            <pc:docMk/>
            <pc:sldMk cId="703611677" sldId="363"/>
            <ac:spMk id="13" creationId="{DD2BA0CB-6689-851F-E722-65B738F4177C}"/>
          </ac:spMkLst>
        </pc:spChg>
        <pc:spChg chg="mod">
          <ac:chgData name="Madhur Mohan" userId="88f4b4da-8dca-46b3-95ca-729f40a86975" providerId="ADAL" clId="{51B8FFEB-B4AF-4B4E-AAE0-8796815F75F1}" dt="2026-08-19T23:10:30.179" v="3428" actId="1076"/>
          <ac:spMkLst>
            <pc:docMk/>
            <pc:sldMk cId="703611677" sldId="363"/>
            <ac:spMk id="14" creationId="{6D667E57-32F3-ECC0-8A2E-354CDDDB17C6}"/>
          </ac:spMkLst>
        </pc:spChg>
      </pc:sldChg>
      <pc:sldChg chg="addSp delSp modSp new mod ord addAnim delAnim modAnim">
        <pc:chgData name="Madhur Mohan" userId="88f4b4da-8dca-46b3-95ca-729f40a86975" providerId="ADAL" clId="{51B8FFEB-B4AF-4B4E-AAE0-8796815F75F1}" dt="2026-08-20T05:23:10.574" v="3588" actId="20577"/>
        <pc:sldMkLst>
          <pc:docMk/>
          <pc:sldMk cId="1420750485" sldId="364"/>
        </pc:sldMkLst>
        <pc:spChg chg="mod">
          <ac:chgData name="Madhur Mohan" userId="88f4b4da-8dca-46b3-95ca-729f40a86975" providerId="ADAL" clId="{51B8FFEB-B4AF-4B4E-AAE0-8796815F75F1}" dt="2026-08-05T05:37:29.827" v="781" actId="20577"/>
          <ac:spMkLst>
            <pc:docMk/>
            <pc:sldMk cId="1420750485" sldId="364"/>
            <ac:spMk id="2" creationId="{BF14CD63-EED1-E127-8FE4-B93256FF8325}"/>
          </ac:spMkLst>
        </pc:spChg>
        <pc:spChg chg="add mod">
          <ac:chgData name="Madhur Mohan" userId="88f4b4da-8dca-46b3-95ca-729f40a86975" providerId="ADAL" clId="{51B8FFEB-B4AF-4B4E-AAE0-8796815F75F1}" dt="2026-08-17T00:17:50.100" v="2464" actId="14100"/>
          <ac:spMkLst>
            <pc:docMk/>
            <pc:sldMk cId="1420750485" sldId="364"/>
            <ac:spMk id="3" creationId="{F917CC4E-5B83-F889-4897-559E92A9BCD2}"/>
          </ac:spMkLst>
        </pc:spChg>
        <pc:spChg chg="add mod">
          <ac:chgData name="Madhur Mohan" userId="88f4b4da-8dca-46b3-95ca-729f40a86975" providerId="ADAL" clId="{51B8FFEB-B4AF-4B4E-AAE0-8796815F75F1}" dt="2026-08-17T00:19:30.061" v="2491" actId="1035"/>
          <ac:spMkLst>
            <pc:docMk/>
            <pc:sldMk cId="1420750485" sldId="364"/>
            <ac:spMk id="4" creationId="{128829D7-6EBF-B751-9FF2-C57BCF17D93F}"/>
          </ac:spMkLst>
        </pc:spChg>
        <pc:spChg chg="add mod">
          <ac:chgData name="Madhur Mohan" userId="88f4b4da-8dca-46b3-95ca-729f40a86975" providerId="ADAL" clId="{51B8FFEB-B4AF-4B4E-AAE0-8796815F75F1}" dt="2026-08-05T18:16:50.977" v="1122" actId="14100"/>
          <ac:spMkLst>
            <pc:docMk/>
            <pc:sldMk cId="1420750485" sldId="364"/>
            <ac:spMk id="6" creationId="{1794956A-EB0B-C344-3CE6-0C91E546A2EF}"/>
          </ac:spMkLst>
        </pc:spChg>
        <pc:spChg chg="add mod">
          <ac:chgData name="Madhur Mohan" userId="88f4b4da-8dca-46b3-95ca-729f40a86975" providerId="ADAL" clId="{51B8FFEB-B4AF-4B4E-AAE0-8796815F75F1}" dt="2026-08-05T18:19:21.507" v="1199" actId="1076"/>
          <ac:spMkLst>
            <pc:docMk/>
            <pc:sldMk cId="1420750485" sldId="364"/>
            <ac:spMk id="7" creationId="{1CB29B31-D61C-3466-7C47-9850F3B6EA84}"/>
          </ac:spMkLst>
        </pc:spChg>
        <pc:spChg chg="add mod">
          <ac:chgData name="Madhur Mohan" userId="88f4b4da-8dca-46b3-95ca-729f40a86975" providerId="ADAL" clId="{51B8FFEB-B4AF-4B4E-AAE0-8796815F75F1}" dt="2026-08-17T00:18:51.681" v="2485" actId="14100"/>
          <ac:spMkLst>
            <pc:docMk/>
            <pc:sldMk cId="1420750485" sldId="364"/>
            <ac:spMk id="8" creationId="{5E3FAC6F-A760-C949-E6D7-8DC721C760DC}"/>
          </ac:spMkLst>
        </pc:spChg>
        <pc:spChg chg="add mod">
          <ac:chgData name="Madhur Mohan" userId="88f4b4da-8dca-46b3-95ca-729f40a86975" providerId="ADAL" clId="{51B8FFEB-B4AF-4B4E-AAE0-8796815F75F1}" dt="2026-08-05T18:19:16.320" v="1198" actId="20577"/>
          <ac:spMkLst>
            <pc:docMk/>
            <pc:sldMk cId="1420750485" sldId="364"/>
            <ac:spMk id="9" creationId="{D90BBF30-C95A-8583-40F7-E6FAF50B858A}"/>
          </ac:spMkLst>
        </pc:spChg>
        <pc:spChg chg="add mod">
          <ac:chgData name="Madhur Mohan" userId="88f4b4da-8dca-46b3-95ca-729f40a86975" providerId="ADAL" clId="{51B8FFEB-B4AF-4B4E-AAE0-8796815F75F1}" dt="2026-08-05T18:20:14.142" v="1227" actId="14100"/>
          <ac:spMkLst>
            <pc:docMk/>
            <pc:sldMk cId="1420750485" sldId="364"/>
            <ac:spMk id="10" creationId="{A502E701-F19D-D561-BAA4-09EDCB874AA5}"/>
          </ac:spMkLst>
        </pc:spChg>
        <pc:spChg chg="add mod">
          <ac:chgData name="Madhur Mohan" userId="88f4b4da-8dca-46b3-95ca-729f40a86975" providerId="ADAL" clId="{51B8FFEB-B4AF-4B4E-AAE0-8796815F75F1}" dt="2026-08-17T00:18:30.504" v="2482" actId="14100"/>
          <ac:spMkLst>
            <pc:docMk/>
            <pc:sldMk cId="1420750485" sldId="364"/>
            <ac:spMk id="11" creationId="{FE1641CB-85CB-E9A4-B16C-95BD6D9E135F}"/>
          </ac:spMkLst>
        </pc:spChg>
        <pc:spChg chg="add mod">
          <ac:chgData name="Madhur Mohan" userId="88f4b4da-8dca-46b3-95ca-729f40a86975" providerId="ADAL" clId="{51B8FFEB-B4AF-4B4E-AAE0-8796815F75F1}" dt="2026-08-17T00:53:19.961" v="2691" actId="2085"/>
          <ac:spMkLst>
            <pc:docMk/>
            <pc:sldMk cId="1420750485" sldId="364"/>
            <ac:spMk id="12" creationId="{054F4A0D-7336-2300-D4F2-F4C3057195C5}"/>
          </ac:spMkLst>
        </pc:spChg>
        <pc:spChg chg="add mod">
          <ac:chgData name="Madhur Mohan" userId="88f4b4da-8dca-46b3-95ca-729f40a86975" providerId="ADAL" clId="{51B8FFEB-B4AF-4B4E-AAE0-8796815F75F1}" dt="2026-08-19T23:06:30.094" v="3356" actId="1076"/>
          <ac:spMkLst>
            <pc:docMk/>
            <pc:sldMk cId="1420750485" sldId="364"/>
            <ac:spMk id="13" creationId="{B918D181-FF7C-E561-BFE9-A946BC51E985}"/>
          </ac:spMkLst>
        </pc:spChg>
        <pc:graphicFrameChg chg="add mod modGraphic">
          <ac:chgData name="Madhur Mohan" userId="88f4b4da-8dca-46b3-95ca-729f40a86975" providerId="ADAL" clId="{51B8FFEB-B4AF-4B4E-AAE0-8796815F75F1}" dt="2026-08-20T05:23:10.574" v="3588" actId="20577"/>
          <ac:graphicFrameMkLst>
            <pc:docMk/>
            <pc:sldMk cId="1420750485" sldId="364"/>
            <ac:graphicFrameMk id="5" creationId="{A7838F9D-A493-B802-2EF1-7CC53D122814}"/>
          </ac:graphicFrameMkLst>
        </pc:graphicFrameChg>
      </pc:sldChg>
      <pc:sldChg chg="addSp delSp modSp new del mod modAnim">
        <pc:chgData name="Madhur Mohan" userId="88f4b4da-8dca-46b3-95ca-729f40a86975" providerId="ADAL" clId="{51B8FFEB-B4AF-4B4E-AAE0-8796815F75F1}" dt="2026-08-19T23:08:27.826" v="3359" actId="47"/>
        <pc:sldMkLst>
          <pc:docMk/>
          <pc:sldMk cId="3149505632" sldId="365"/>
        </pc:sldMkLst>
        <pc:spChg chg="add mod">
          <ac:chgData name="Madhur Mohan" userId="88f4b4da-8dca-46b3-95ca-729f40a86975" providerId="ADAL" clId="{51B8FFEB-B4AF-4B4E-AAE0-8796815F75F1}" dt="2026-08-19T23:06:49.510" v="3358" actId="20577"/>
          <ac:spMkLst>
            <pc:docMk/>
            <pc:sldMk cId="3149505632" sldId="365"/>
            <ac:spMk id="3" creationId="{8022E586-CD0E-B044-BD44-8BD07C5C977A}"/>
          </ac:spMkLst>
        </pc:spChg>
      </pc:sldChg>
      <pc:sldChg chg="addSp delSp modSp new mod modAnim">
        <pc:chgData name="Madhur Mohan" userId="88f4b4da-8dca-46b3-95ca-729f40a86975" providerId="ADAL" clId="{51B8FFEB-B4AF-4B4E-AAE0-8796815F75F1}" dt="2026-08-05T05:39:53.514" v="783"/>
        <pc:sldMkLst>
          <pc:docMk/>
          <pc:sldMk cId="2292897650" sldId="366"/>
        </pc:sldMkLst>
        <pc:spChg chg="mod">
          <ac:chgData name="Madhur Mohan" userId="88f4b4da-8dca-46b3-95ca-729f40a86975" providerId="ADAL" clId="{51B8FFEB-B4AF-4B4E-AAE0-8796815F75F1}" dt="2026-08-05T05:35:12.541" v="734" actId="20577"/>
          <ac:spMkLst>
            <pc:docMk/>
            <pc:sldMk cId="2292897650" sldId="366"/>
            <ac:spMk id="2" creationId="{540B9598-07B1-AE64-8FC3-66088E71646A}"/>
          </ac:spMkLst>
        </pc:spChg>
        <pc:spChg chg="add mod">
          <ac:chgData name="Madhur Mohan" userId="88f4b4da-8dca-46b3-95ca-729f40a86975" providerId="ADAL" clId="{51B8FFEB-B4AF-4B4E-AAE0-8796815F75F1}" dt="2026-08-05T05:36:58.619" v="771" actId="1076"/>
          <ac:spMkLst>
            <pc:docMk/>
            <pc:sldMk cId="2292897650" sldId="366"/>
            <ac:spMk id="4" creationId="{162AAA96-4998-ACE4-61D2-BA0F17E60194}"/>
          </ac:spMkLst>
        </pc:spChg>
        <pc:spChg chg="add mod">
          <ac:chgData name="Madhur Mohan" userId="88f4b4da-8dca-46b3-95ca-729f40a86975" providerId="ADAL" clId="{51B8FFEB-B4AF-4B4E-AAE0-8796815F75F1}" dt="2026-08-05T05:36:58.619" v="771" actId="1076"/>
          <ac:spMkLst>
            <pc:docMk/>
            <pc:sldMk cId="2292897650" sldId="366"/>
            <ac:spMk id="5" creationId="{1F3B08ED-BD2C-B626-C7D8-8EF745BFB26D}"/>
          </ac:spMkLst>
        </pc:spChg>
        <pc:spChg chg="add mod">
          <ac:chgData name="Madhur Mohan" userId="88f4b4da-8dca-46b3-95ca-729f40a86975" providerId="ADAL" clId="{51B8FFEB-B4AF-4B4E-AAE0-8796815F75F1}" dt="2026-08-05T05:36:58.619" v="771" actId="1076"/>
          <ac:spMkLst>
            <pc:docMk/>
            <pc:sldMk cId="2292897650" sldId="366"/>
            <ac:spMk id="6" creationId="{52A53FAF-5023-01C9-1C33-8CFA2FB46EAF}"/>
          </ac:spMkLst>
        </pc:spChg>
        <pc:picChg chg="add mod">
          <ac:chgData name="Madhur Mohan" userId="88f4b4da-8dca-46b3-95ca-729f40a86975" providerId="ADAL" clId="{51B8FFEB-B4AF-4B4E-AAE0-8796815F75F1}" dt="2026-08-05T05:36:58.619" v="771" actId="1076"/>
          <ac:picMkLst>
            <pc:docMk/>
            <pc:sldMk cId="2292897650" sldId="366"/>
            <ac:picMk id="8" creationId="{9DF579E7-D8D4-C676-FB29-5F583ED05844}"/>
          </ac:picMkLst>
        </pc:picChg>
        <pc:picChg chg="add mod">
          <ac:chgData name="Madhur Mohan" userId="88f4b4da-8dca-46b3-95ca-729f40a86975" providerId="ADAL" clId="{51B8FFEB-B4AF-4B4E-AAE0-8796815F75F1}" dt="2026-08-05T05:36:58.619" v="771" actId="1076"/>
          <ac:picMkLst>
            <pc:docMk/>
            <pc:sldMk cId="2292897650" sldId="366"/>
            <ac:picMk id="10" creationId="{20F2F68B-DD64-9135-1A4E-634086419415}"/>
          </ac:picMkLst>
        </pc:picChg>
        <pc:picChg chg="add mod">
          <ac:chgData name="Madhur Mohan" userId="88f4b4da-8dca-46b3-95ca-729f40a86975" providerId="ADAL" clId="{51B8FFEB-B4AF-4B4E-AAE0-8796815F75F1}" dt="2026-08-05T05:36:58.619" v="771" actId="1076"/>
          <ac:picMkLst>
            <pc:docMk/>
            <pc:sldMk cId="2292897650" sldId="366"/>
            <ac:picMk id="11" creationId="{10846370-C494-3132-346A-5E86ADD3C37A}"/>
          </ac:picMkLst>
        </pc:picChg>
      </pc:sldChg>
      <pc:sldChg chg="addSp delSp modSp new mod modAnim">
        <pc:chgData name="Madhur Mohan" userId="88f4b4da-8dca-46b3-95ca-729f40a86975" providerId="ADAL" clId="{51B8FFEB-B4AF-4B4E-AAE0-8796815F75F1}" dt="2026-08-19T23:08:35.691" v="3361" actId="20577"/>
        <pc:sldMkLst>
          <pc:docMk/>
          <pc:sldMk cId="2326690818" sldId="367"/>
        </pc:sldMkLst>
        <pc:spChg chg="mod">
          <ac:chgData name="Madhur Mohan" userId="88f4b4da-8dca-46b3-95ca-729f40a86975" providerId="ADAL" clId="{51B8FFEB-B4AF-4B4E-AAE0-8796815F75F1}" dt="2026-08-17T00:21:06.176" v="2519" actId="20577"/>
          <ac:spMkLst>
            <pc:docMk/>
            <pc:sldMk cId="2326690818" sldId="367"/>
            <ac:spMk id="2" creationId="{DB20BF1A-64D6-4A59-11FA-5BC6A4980427}"/>
          </ac:spMkLst>
        </pc:spChg>
        <pc:spChg chg="add mod">
          <ac:chgData name="Madhur Mohan" userId="88f4b4da-8dca-46b3-95ca-729f40a86975" providerId="ADAL" clId="{51B8FFEB-B4AF-4B4E-AAE0-8796815F75F1}" dt="2026-08-19T23:08:35.691" v="3361" actId="20577"/>
          <ac:spMkLst>
            <pc:docMk/>
            <pc:sldMk cId="2326690818" sldId="367"/>
            <ac:spMk id="3" creationId="{1487FBE5-380F-EE29-EE4E-F49FE14F44F9}"/>
          </ac:spMkLst>
        </pc:spChg>
        <pc:spChg chg="add mod">
          <ac:chgData name="Madhur Mohan" userId="88f4b4da-8dca-46b3-95ca-729f40a86975" providerId="ADAL" clId="{51B8FFEB-B4AF-4B4E-AAE0-8796815F75F1}" dt="2026-08-19T21:30:05.130" v="2754" actId="207"/>
          <ac:spMkLst>
            <pc:docMk/>
            <pc:sldMk cId="2326690818" sldId="367"/>
            <ac:spMk id="5" creationId="{0EFFF5AA-B6DA-7A4A-0CB0-1C8FC6EA3C66}"/>
          </ac:spMkLst>
        </pc:spChg>
        <pc:spChg chg="add mod">
          <ac:chgData name="Madhur Mohan" userId="88f4b4da-8dca-46b3-95ca-729f40a86975" providerId="ADAL" clId="{51B8FFEB-B4AF-4B4E-AAE0-8796815F75F1}" dt="2026-08-19T21:30:05.130" v="2754" actId="207"/>
          <ac:spMkLst>
            <pc:docMk/>
            <pc:sldMk cId="2326690818" sldId="367"/>
            <ac:spMk id="6" creationId="{83C7EE80-D3BC-B047-D3D3-1E63337B715B}"/>
          </ac:spMkLst>
        </pc:spChg>
        <pc:spChg chg="add mod">
          <ac:chgData name="Madhur Mohan" userId="88f4b4da-8dca-46b3-95ca-729f40a86975" providerId="ADAL" clId="{51B8FFEB-B4AF-4B4E-AAE0-8796815F75F1}" dt="2026-08-19T21:30:05.130" v="2754" actId="207"/>
          <ac:spMkLst>
            <pc:docMk/>
            <pc:sldMk cId="2326690818" sldId="367"/>
            <ac:spMk id="7" creationId="{82DCB78A-FD79-551E-24A0-67EC4AFF7482}"/>
          </ac:spMkLst>
        </pc:spChg>
        <pc:spChg chg="add mod">
          <ac:chgData name="Madhur Mohan" userId="88f4b4da-8dca-46b3-95ca-729f40a86975" providerId="ADAL" clId="{51B8FFEB-B4AF-4B4E-AAE0-8796815F75F1}" dt="2026-08-19T21:30:05.130" v="2754" actId="207"/>
          <ac:spMkLst>
            <pc:docMk/>
            <pc:sldMk cId="2326690818" sldId="367"/>
            <ac:spMk id="8" creationId="{9E16D95E-E608-F5EB-54BE-F35F3DE14474}"/>
          </ac:spMkLst>
        </pc:spChg>
        <pc:spChg chg="add mod">
          <ac:chgData name="Madhur Mohan" userId="88f4b4da-8dca-46b3-95ca-729f40a86975" providerId="ADAL" clId="{51B8FFEB-B4AF-4B4E-AAE0-8796815F75F1}" dt="2026-08-17T00:41:54.205" v="2684" actId="1036"/>
          <ac:spMkLst>
            <pc:docMk/>
            <pc:sldMk cId="2326690818" sldId="367"/>
            <ac:spMk id="10" creationId="{A274002A-6038-9E60-4D28-71F4011457FE}"/>
          </ac:spMkLst>
        </pc:spChg>
        <pc:spChg chg="add mod">
          <ac:chgData name="Madhur Mohan" userId="88f4b4da-8dca-46b3-95ca-729f40a86975" providerId="ADAL" clId="{51B8FFEB-B4AF-4B4E-AAE0-8796815F75F1}" dt="2026-08-17T00:41:54.205" v="2684" actId="1036"/>
          <ac:spMkLst>
            <pc:docMk/>
            <pc:sldMk cId="2326690818" sldId="367"/>
            <ac:spMk id="11" creationId="{9C9B6DB4-0F5C-E1FE-9D76-D343EF361949}"/>
          </ac:spMkLst>
        </pc:spChg>
        <pc:spChg chg="add mod">
          <ac:chgData name="Madhur Mohan" userId="88f4b4da-8dca-46b3-95ca-729f40a86975" providerId="ADAL" clId="{51B8FFEB-B4AF-4B4E-AAE0-8796815F75F1}" dt="2026-08-17T00:41:54.205" v="2684" actId="1036"/>
          <ac:spMkLst>
            <pc:docMk/>
            <pc:sldMk cId="2326690818" sldId="367"/>
            <ac:spMk id="12" creationId="{B0DF9C0C-8225-D327-3A30-B4A08F62758C}"/>
          </ac:spMkLst>
        </pc:spChg>
        <pc:spChg chg="add mod">
          <ac:chgData name="Madhur Mohan" userId="88f4b4da-8dca-46b3-95ca-729f40a86975" providerId="ADAL" clId="{51B8FFEB-B4AF-4B4E-AAE0-8796815F75F1}" dt="2026-08-17T00:41:54.205" v="2684" actId="1036"/>
          <ac:spMkLst>
            <pc:docMk/>
            <pc:sldMk cId="2326690818" sldId="367"/>
            <ac:spMk id="13" creationId="{1EAB3371-E0FF-7241-79E4-D642B727CA1E}"/>
          </ac:spMkLst>
        </pc:spChg>
        <pc:spChg chg="add mod">
          <ac:chgData name="Madhur Mohan" userId="88f4b4da-8dca-46b3-95ca-729f40a86975" providerId="ADAL" clId="{51B8FFEB-B4AF-4B4E-AAE0-8796815F75F1}" dt="2026-08-17T00:41:54.205" v="2684" actId="1036"/>
          <ac:spMkLst>
            <pc:docMk/>
            <pc:sldMk cId="2326690818" sldId="367"/>
            <ac:spMk id="14" creationId="{EC1B6683-C3B5-D1B7-5381-312EB40F76E5}"/>
          </ac:spMkLst>
        </pc:spChg>
        <pc:spChg chg="add mod">
          <ac:chgData name="Madhur Mohan" userId="88f4b4da-8dca-46b3-95ca-729f40a86975" providerId="ADAL" clId="{51B8FFEB-B4AF-4B4E-AAE0-8796815F75F1}" dt="2026-08-17T00:41:54.205" v="2684" actId="1036"/>
          <ac:spMkLst>
            <pc:docMk/>
            <pc:sldMk cId="2326690818" sldId="367"/>
            <ac:spMk id="15" creationId="{BEF0787E-1A4F-CF13-2222-B6624CF22758}"/>
          </ac:spMkLst>
        </pc:spChg>
      </pc:sldChg>
      <pc:sldChg chg="addSp delSp modSp new mod">
        <pc:chgData name="Madhur Mohan" userId="88f4b4da-8dca-46b3-95ca-729f40a86975" providerId="ADAL" clId="{51B8FFEB-B4AF-4B4E-AAE0-8796815F75F1}" dt="2026-08-19T21:24:25.877" v="2751" actId="12"/>
        <pc:sldMkLst>
          <pc:docMk/>
          <pc:sldMk cId="3445979267" sldId="368"/>
        </pc:sldMkLst>
        <pc:graphicFrameChg chg="add mod modGraphic">
          <ac:chgData name="Madhur Mohan" userId="88f4b4da-8dca-46b3-95ca-729f40a86975" providerId="ADAL" clId="{51B8FFEB-B4AF-4B4E-AAE0-8796815F75F1}" dt="2026-08-19T21:24:25.877" v="2751" actId="12"/>
          <ac:graphicFrameMkLst>
            <pc:docMk/>
            <pc:sldMk cId="3445979267" sldId="368"/>
            <ac:graphicFrameMk id="7" creationId="{0B330299-E1B2-25FF-6136-6B5955A44BF5}"/>
          </ac:graphicFrameMkLst>
        </pc:graphicFrameChg>
      </pc:sldChg>
      <pc:sldChg chg="addSp modSp new mod modAnim">
        <pc:chgData name="Madhur Mohan" userId="88f4b4da-8dca-46b3-95ca-729f40a86975" providerId="ADAL" clId="{51B8FFEB-B4AF-4B4E-AAE0-8796815F75F1}" dt="2026-08-19T22:13:35.298" v="3031"/>
        <pc:sldMkLst>
          <pc:docMk/>
          <pc:sldMk cId="1322657258" sldId="371"/>
        </pc:sldMkLst>
        <pc:picChg chg="add mod">
          <ac:chgData name="Madhur Mohan" userId="88f4b4da-8dca-46b3-95ca-729f40a86975" providerId="ADAL" clId="{51B8FFEB-B4AF-4B4E-AAE0-8796815F75F1}" dt="2026-08-05T19:47:24.959" v="2202" actId="1076"/>
          <ac:picMkLst>
            <pc:docMk/>
            <pc:sldMk cId="1322657258" sldId="371"/>
            <ac:picMk id="6" creationId="{BF14C5E9-E0AF-4FA1-2016-41DD0511124C}"/>
          </ac:picMkLst>
        </pc:picChg>
        <pc:picChg chg="add mod">
          <ac:chgData name="Madhur Mohan" userId="88f4b4da-8dca-46b3-95ca-729f40a86975" providerId="ADAL" clId="{51B8FFEB-B4AF-4B4E-AAE0-8796815F75F1}" dt="2026-08-05T19:48:16.805" v="2204" actId="1076"/>
          <ac:picMkLst>
            <pc:docMk/>
            <pc:sldMk cId="1322657258" sldId="371"/>
            <ac:picMk id="8" creationId="{BD8EFFB8-1A9E-61E8-652A-F1FC813AB118}"/>
          </ac:picMkLst>
        </pc:picChg>
        <pc:picChg chg="add mod">
          <ac:chgData name="Madhur Mohan" userId="88f4b4da-8dca-46b3-95ca-729f40a86975" providerId="ADAL" clId="{51B8FFEB-B4AF-4B4E-AAE0-8796815F75F1}" dt="2026-08-05T19:48:40.023" v="2206" actId="1076"/>
          <ac:picMkLst>
            <pc:docMk/>
            <pc:sldMk cId="1322657258" sldId="371"/>
            <ac:picMk id="10" creationId="{21C2D0F9-0BAB-9FEC-B359-DB01F919C6AD}"/>
          </ac:picMkLst>
        </pc:picChg>
      </pc:sldChg>
      <pc:sldChg chg="addSp modSp new mod">
        <pc:chgData name="Madhur Mohan" userId="88f4b4da-8dca-46b3-95ca-729f40a86975" providerId="ADAL" clId="{51B8FFEB-B4AF-4B4E-AAE0-8796815F75F1}" dt="2026-08-07T13:44:46.228" v="2459" actId="20577"/>
        <pc:sldMkLst>
          <pc:docMk/>
          <pc:sldMk cId="4250277292" sldId="372"/>
        </pc:sldMkLst>
        <pc:spChg chg="mod">
          <ac:chgData name="Madhur Mohan" userId="88f4b4da-8dca-46b3-95ca-729f40a86975" providerId="ADAL" clId="{51B8FFEB-B4AF-4B4E-AAE0-8796815F75F1}" dt="2026-08-05T20:13:28.253" v="2240" actId="20577"/>
          <ac:spMkLst>
            <pc:docMk/>
            <pc:sldMk cId="4250277292" sldId="372"/>
            <ac:spMk id="2" creationId="{79C7F561-61AA-D61C-C534-3720DA033BA4}"/>
          </ac:spMkLst>
        </pc:spChg>
        <pc:spChg chg="mod">
          <ac:chgData name="Madhur Mohan" userId="88f4b4da-8dca-46b3-95ca-729f40a86975" providerId="ADAL" clId="{51B8FFEB-B4AF-4B4E-AAE0-8796815F75F1}" dt="2026-08-07T13:44:46.228" v="2459" actId="20577"/>
          <ac:spMkLst>
            <pc:docMk/>
            <pc:sldMk cId="4250277292" sldId="372"/>
            <ac:spMk id="3" creationId="{59F8C4B6-33E4-55DC-35DC-37AE9428CCCA}"/>
          </ac:spMkLst>
        </pc:spChg>
        <pc:picChg chg="add mod">
          <ac:chgData name="Madhur Mohan" userId="88f4b4da-8dca-46b3-95ca-729f40a86975" providerId="ADAL" clId="{51B8FFEB-B4AF-4B4E-AAE0-8796815F75F1}" dt="2026-08-05T20:13:32.040" v="2241" actId="1076"/>
          <ac:picMkLst>
            <pc:docMk/>
            <pc:sldMk cId="4250277292" sldId="372"/>
            <ac:picMk id="5" creationId="{8EA237F1-4495-3D21-518F-C5BB14433459}"/>
          </ac:picMkLst>
        </pc:picChg>
      </pc:sldChg>
      <pc:sldChg chg="addSp new del mod">
        <pc:chgData name="Madhur Mohan" userId="88f4b4da-8dca-46b3-95ca-729f40a86975" providerId="ADAL" clId="{51B8FFEB-B4AF-4B4E-AAE0-8796815F75F1}" dt="2026-08-19T22:13:42.857" v="3032" actId="47"/>
        <pc:sldMkLst>
          <pc:docMk/>
          <pc:sldMk cId="2518349262" sldId="373"/>
        </pc:sldMkLst>
      </pc:sldChg>
      <pc:sldChg chg="addSp delSp modSp new mod chgLayout">
        <pc:chgData name="Madhur Mohan" userId="88f4b4da-8dca-46b3-95ca-729f40a86975" providerId="ADAL" clId="{51B8FFEB-B4AF-4B4E-AAE0-8796815F75F1}" dt="2026-08-17T00:38:22.267" v="2555" actId="700"/>
        <pc:sldMkLst>
          <pc:docMk/>
          <pc:sldMk cId="3972337241" sldId="374"/>
        </pc:sldMkLst>
        <pc:spChg chg="mod ord">
          <ac:chgData name="Madhur Mohan" userId="88f4b4da-8dca-46b3-95ca-729f40a86975" providerId="ADAL" clId="{51B8FFEB-B4AF-4B4E-AAE0-8796815F75F1}" dt="2026-08-17T00:38:22.267" v="2555" actId="700"/>
          <ac:spMkLst>
            <pc:docMk/>
            <pc:sldMk cId="3972337241" sldId="374"/>
            <ac:spMk id="2" creationId="{202240A6-B897-163C-246B-C6A88F23F91A}"/>
          </ac:spMkLst>
        </pc:spChg>
        <pc:spChg chg="add mod ord">
          <ac:chgData name="Madhur Mohan" userId="88f4b4da-8dca-46b3-95ca-729f40a86975" providerId="ADAL" clId="{51B8FFEB-B4AF-4B4E-AAE0-8796815F75F1}" dt="2026-08-17T00:38:22.267" v="2555" actId="700"/>
          <ac:spMkLst>
            <pc:docMk/>
            <pc:sldMk cId="3972337241" sldId="374"/>
            <ac:spMk id="4" creationId="{179C9069-3F9D-0DC5-5823-97C99602EFDC}"/>
          </ac:spMkLst>
        </pc:spChg>
      </pc:sldChg>
      <pc:sldChg chg="addSp delSp modSp new mod ord delAnim modAnim">
        <pc:chgData name="Madhur Mohan" userId="88f4b4da-8dca-46b3-95ca-729f40a86975" providerId="ADAL" clId="{51B8FFEB-B4AF-4B4E-AAE0-8796815F75F1}" dt="2026-08-19T22:02:42.301" v="2967" actId="1076"/>
        <pc:sldMkLst>
          <pc:docMk/>
          <pc:sldMk cId="1458523872" sldId="375"/>
        </pc:sldMkLst>
        <pc:spChg chg="mod">
          <ac:chgData name="Madhur Mohan" userId="88f4b4da-8dca-46b3-95ca-729f40a86975" providerId="ADAL" clId="{51B8FFEB-B4AF-4B4E-AAE0-8796815F75F1}" dt="2026-08-19T21:43:01.591" v="2843" actId="20577"/>
          <ac:spMkLst>
            <pc:docMk/>
            <pc:sldMk cId="1458523872" sldId="375"/>
            <ac:spMk id="2" creationId="{5ECDF499-FACF-4BB8-523D-49599884F688}"/>
          </ac:spMkLst>
        </pc:spChg>
        <pc:spChg chg="del">
          <ac:chgData name="Madhur Mohan" userId="88f4b4da-8dca-46b3-95ca-729f40a86975" providerId="ADAL" clId="{51B8FFEB-B4AF-4B4E-AAE0-8796815F75F1}" dt="2026-08-19T21:40:46.707" v="2790" actId="478"/>
          <ac:spMkLst>
            <pc:docMk/>
            <pc:sldMk cId="1458523872" sldId="375"/>
            <ac:spMk id="3" creationId="{76B7E5FB-0B66-5314-D1D2-ED181E3F194C}"/>
          </ac:spMkLst>
        </pc:spChg>
        <pc:spChg chg="del">
          <ac:chgData name="Madhur Mohan" userId="88f4b4da-8dca-46b3-95ca-729f40a86975" providerId="ADAL" clId="{51B8FFEB-B4AF-4B4E-AAE0-8796815F75F1}" dt="2026-08-19T21:40:46.707" v="2790" actId="478"/>
          <ac:spMkLst>
            <pc:docMk/>
            <pc:sldMk cId="1458523872" sldId="375"/>
            <ac:spMk id="4" creationId="{CDE522B5-BFD3-B409-EB1B-5D62277CB1D7}"/>
          </ac:spMkLst>
        </pc:spChg>
        <pc:spChg chg="add del mod">
          <ac:chgData name="Madhur Mohan" userId="88f4b4da-8dca-46b3-95ca-729f40a86975" providerId="ADAL" clId="{51B8FFEB-B4AF-4B4E-AAE0-8796815F75F1}" dt="2026-08-19T21:47:13.801" v="2847" actId="478"/>
          <ac:spMkLst>
            <pc:docMk/>
            <pc:sldMk cId="1458523872" sldId="375"/>
            <ac:spMk id="7" creationId="{044EC30E-AAA2-3F77-A8E4-9956DC33E936}"/>
          </ac:spMkLst>
        </pc:spChg>
        <pc:spChg chg="add del mod">
          <ac:chgData name="Madhur Mohan" userId="88f4b4da-8dca-46b3-95ca-729f40a86975" providerId="ADAL" clId="{51B8FFEB-B4AF-4B4E-AAE0-8796815F75F1}" dt="2026-08-19T21:47:13.801" v="2847" actId="478"/>
          <ac:spMkLst>
            <pc:docMk/>
            <pc:sldMk cId="1458523872" sldId="375"/>
            <ac:spMk id="8" creationId="{CDC360CB-0CEF-0833-93B7-D627B7C6CEB5}"/>
          </ac:spMkLst>
        </pc:spChg>
        <pc:spChg chg="add del mod">
          <ac:chgData name="Madhur Mohan" userId="88f4b4da-8dca-46b3-95ca-729f40a86975" providerId="ADAL" clId="{51B8FFEB-B4AF-4B4E-AAE0-8796815F75F1}" dt="2026-08-19T21:47:13.801" v="2847" actId="478"/>
          <ac:spMkLst>
            <pc:docMk/>
            <pc:sldMk cId="1458523872" sldId="375"/>
            <ac:spMk id="9" creationId="{69345B34-42AD-C9DA-AD6C-BE2AF76A2112}"/>
          </ac:spMkLst>
        </pc:spChg>
        <pc:spChg chg="add del mod">
          <ac:chgData name="Madhur Mohan" userId="88f4b4da-8dca-46b3-95ca-729f40a86975" providerId="ADAL" clId="{51B8FFEB-B4AF-4B4E-AAE0-8796815F75F1}" dt="2026-08-19T21:47:13.801" v="2847" actId="478"/>
          <ac:spMkLst>
            <pc:docMk/>
            <pc:sldMk cId="1458523872" sldId="375"/>
            <ac:spMk id="10" creationId="{10C42812-9CBA-8EE3-97D9-A796D92C8CB7}"/>
          </ac:spMkLst>
        </pc:spChg>
        <pc:spChg chg="add del mod">
          <ac:chgData name="Madhur Mohan" userId="88f4b4da-8dca-46b3-95ca-729f40a86975" providerId="ADAL" clId="{51B8FFEB-B4AF-4B4E-AAE0-8796815F75F1}" dt="2026-08-19T21:47:13.801" v="2847" actId="478"/>
          <ac:spMkLst>
            <pc:docMk/>
            <pc:sldMk cId="1458523872" sldId="375"/>
            <ac:spMk id="11" creationId="{C2858162-832F-AC81-0A4E-E0FFBABA2537}"/>
          </ac:spMkLst>
        </pc:spChg>
        <pc:spChg chg="add del mod">
          <ac:chgData name="Madhur Mohan" userId="88f4b4da-8dca-46b3-95ca-729f40a86975" providerId="ADAL" clId="{51B8FFEB-B4AF-4B4E-AAE0-8796815F75F1}" dt="2026-08-19T21:47:13.801" v="2847" actId="478"/>
          <ac:spMkLst>
            <pc:docMk/>
            <pc:sldMk cId="1458523872" sldId="375"/>
            <ac:spMk id="12" creationId="{49977F30-0274-750D-EB15-D27EE7FB5479}"/>
          </ac:spMkLst>
        </pc:spChg>
        <pc:spChg chg="add del mod">
          <ac:chgData name="Madhur Mohan" userId="88f4b4da-8dca-46b3-95ca-729f40a86975" providerId="ADAL" clId="{51B8FFEB-B4AF-4B4E-AAE0-8796815F75F1}" dt="2026-08-19T21:47:13.801" v="2847" actId="478"/>
          <ac:spMkLst>
            <pc:docMk/>
            <pc:sldMk cId="1458523872" sldId="375"/>
            <ac:spMk id="13" creationId="{23002026-EFEF-C015-93E2-492680E3235F}"/>
          </ac:spMkLst>
        </pc:spChg>
        <pc:spChg chg="add del mod">
          <ac:chgData name="Madhur Mohan" userId="88f4b4da-8dca-46b3-95ca-729f40a86975" providerId="ADAL" clId="{51B8FFEB-B4AF-4B4E-AAE0-8796815F75F1}" dt="2026-08-19T21:47:13.801" v="2847" actId="478"/>
          <ac:spMkLst>
            <pc:docMk/>
            <pc:sldMk cId="1458523872" sldId="375"/>
            <ac:spMk id="14" creationId="{60527B9A-1BB3-A91B-89D0-92F5B32B2CB8}"/>
          </ac:spMkLst>
        </pc:spChg>
        <pc:spChg chg="add del mod">
          <ac:chgData name="Madhur Mohan" userId="88f4b4da-8dca-46b3-95ca-729f40a86975" providerId="ADAL" clId="{51B8FFEB-B4AF-4B4E-AAE0-8796815F75F1}" dt="2026-08-19T21:47:13.801" v="2847" actId="478"/>
          <ac:spMkLst>
            <pc:docMk/>
            <pc:sldMk cId="1458523872" sldId="375"/>
            <ac:spMk id="15" creationId="{6FCEA7BB-0F11-82D9-5950-E927EBB15972}"/>
          </ac:spMkLst>
        </pc:spChg>
        <pc:spChg chg="add del mod">
          <ac:chgData name="Madhur Mohan" userId="88f4b4da-8dca-46b3-95ca-729f40a86975" providerId="ADAL" clId="{51B8FFEB-B4AF-4B4E-AAE0-8796815F75F1}" dt="2026-08-19T21:47:13.801" v="2847" actId="478"/>
          <ac:spMkLst>
            <pc:docMk/>
            <pc:sldMk cId="1458523872" sldId="375"/>
            <ac:spMk id="16" creationId="{BF77764F-3D7E-011B-5DBB-72A9F0198F7C}"/>
          </ac:spMkLst>
        </pc:spChg>
        <pc:spChg chg="add mod">
          <ac:chgData name="Madhur Mohan" userId="88f4b4da-8dca-46b3-95ca-729f40a86975" providerId="ADAL" clId="{51B8FFEB-B4AF-4B4E-AAE0-8796815F75F1}" dt="2026-08-19T21:50:05.088" v="2878" actId="207"/>
          <ac:spMkLst>
            <pc:docMk/>
            <pc:sldMk cId="1458523872" sldId="375"/>
            <ac:spMk id="21" creationId="{29D31A63-C29D-524A-A622-314A5614005C}"/>
          </ac:spMkLst>
        </pc:spChg>
        <pc:spChg chg="add mod">
          <ac:chgData name="Madhur Mohan" userId="88f4b4da-8dca-46b3-95ca-729f40a86975" providerId="ADAL" clId="{51B8FFEB-B4AF-4B4E-AAE0-8796815F75F1}" dt="2026-08-19T21:50:05.088" v="2878" actId="207"/>
          <ac:spMkLst>
            <pc:docMk/>
            <pc:sldMk cId="1458523872" sldId="375"/>
            <ac:spMk id="22" creationId="{924F4702-4161-FA45-9EDA-DF365C3427BF}"/>
          </ac:spMkLst>
        </pc:spChg>
        <pc:spChg chg="add mod">
          <ac:chgData name="Madhur Mohan" userId="88f4b4da-8dca-46b3-95ca-729f40a86975" providerId="ADAL" clId="{51B8FFEB-B4AF-4B4E-AAE0-8796815F75F1}" dt="2026-08-19T21:50:05.088" v="2878" actId="207"/>
          <ac:spMkLst>
            <pc:docMk/>
            <pc:sldMk cId="1458523872" sldId="375"/>
            <ac:spMk id="23" creationId="{DC9DF210-DD69-66F7-F2E8-09896271457F}"/>
          </ac:spMkLst>
        </pc:spChg>
        <pc:spChg chg="add mod">
          <ac:chgData name="Madhur Mohan" userId="88f4b4da-8dca-46b3-95ca-729f40a86975" providerId="ADAL" clId="{51B8FFEB-B4AF-4B4E-AAE0-8796815F75F1}" dt="2026-08-19T21:50:09.223" v="2879" actId="1076"/>
          <ac:spMkLst>
            <pc:docMk/>
            <pc:sldMk cId="1458523872" sldId="375"/>
            <ac:spMk id="24" creationId="{C301722B-EA7D-1F64-E1AC-58AA2CC6DFB1}"/>
          </ac:spMkLst>
        </pc:spChg>
        <pc:picChg chg="add mod">
          <ac:chgData name="Madhur Mohan" userId="88f4b4da-8dca-46b3-95ca-729f40a86975" providerId="ADAL" clId="{51B8FFEB-B4AF-4B4E-AAE0-8796815F75F1}" dt="2026-08-19T21:48:26.571" v="2851" actId="1076"/>
          <ac:picMkLst>
            <pc:docMk/>
            <pc:sldMk cId="1458523872" sldId="375"/>
            <ac:picMk id="5" creationId="{8DEB44C6-7E5D-8F67-80A5-6122A75B4885}"/>
          </ac:picMkLst>
        </pc:picChg>
        <pc:picChg chg="add mod">
          <ac:chgData name="Madhur Mohan" userId="88f4b4da-8dca-46b3-95ca-729f40a86975" providerId="ADAL" clId="{51B8FFEB-B4AF-4B4E-AAE0-8796815F75F1}" dt="2026-08-19T22:02:42.301" v="2967" actId="1076"/>
          <ac:picMkLst>
            <pc:docMk/>
            <pc:sldMk cId="1458523872" sldId="375"/>
            <ac:picMk id="6" creationId="{5E558571-925E-09A6-DDB1-9DBDBCAA1672}"/>
          </ac:picMkLst>
        </pc:picChg>
        <pc:picChg chg="add del mod">
          <ac:chgData name="Madhur Mohan" userId="88f4b4da-8dca-46b3-95ca-729f40a86975" providerId="ADAL" clId="{51B8FFEB-B4AF-4B4E-AAE0-8796815F75F1}" dt="2026-08-19T21:48:47.497" v="2857" actId="22"/>
          <ac:picMkLst>
            <pc:docMk/>
            <pc:sldMk cId="1458523872" sldId="375"/>
            <ac:picMk id="18" creationId="{74413B03-7346-B9C6-F4AE-34647BD84012}"/>
          </ac:picMkLst>
        </pc:picChg>
        <pc:picChg chg="add mod">
          <ac:chgData name="Madhur Mohan" userId="88f4b4da-8dca-46b3-95ca-729f40a86975" providerId="ADAL" clId="{51B8FFEB-B4AF-4B4E-AAE0-8796815F75F1}" dt="2026-08-19T21:49:05.509" v="2859" actId="1076"/>
          <ac:picMkLst>
            <pc:docMk/>
            <pc:sldMk cId="1458523872" sldId="375"/>
            <ac:picMk id="20" creationId="{2818BB9A-0BCF-2613-59AF-DE790010C517}"/>
          </ac:picMkLst>
        </pc:picChg>
      </pc:sldChg>
      <pc:sldChg chg="addSp delSp modSp add mod delAnim">
        <pc:chgData name="Madhur Mohan" userId="88f4b4da-8dca-46b3-95ca-729f40a86975" providerId="ADAL" clId="{51B8FFEB-B4AF-4B4E-AAE0-8796815F75F1}" dt="2026-08-19T21:50:32.725" v="2885" actId="14100"/>
        <pc:sldMkLst>
          <pc:docMk/>
          <pc:sldMk cId="2254185726" sldId="376"/>
        </pc:sldMkLst>
        <pc:spChg chg="add mod">
          <ac:chgData name="Madhur Mohan" userId="88f4b4da-8dca-46b3-95ca-729f40a86975" providerId="ADAL" clId="{51B8FFEB-B4AF-4B4E-AAE0-8796815F75F1}" dt="2026-08-19T21:50:32.725" v="2885" actId="14100"/>
          <ac:spMkLst>
            <pc:docMk/>
            <pc:sldMk cId="2254185726" sldId="376"/>
            <ac:spMk id="4" creationId="{632E60D8-186C-3B57-9794-CD18C1400988}"/>
          </ac:spMkLst>
        </pc:spChg>
        <pc:picChg chg="del">
          <ac:chgData name="Madhur Mohan" userId="88f4b4da-8dca-46b3-95ca-729f40a86975" providerId="ADAL" clId="{51B8FFEB-B4AF-4B4E-AAE0-8796815F75F1}" dt="2026-08-19T21:50:20.220" v="2881" actId="478"/>
          <ac:picMkLst>
            <pc:docMk/>
            <pc:sldMk cId="2254185726" sldId="376"/>
            <ac:picMk id="5" creationId="{40D0158A-A386-4C93-92C5-E0704D63E656}"/>
          </ac:picMkLst>
        </pc:picChg>
        <pc:picChg chg="del">
          <ac:chgData name="Madhur Mohan" userId="88f4b4da-8dca-46b3-95ca-729f40a86975" providerId="ADAL" clId="{51B8FFEB-B4AF-4B4E-AAE0-8796815F75F1}" dt="2026-08-19T21:50:21.511" v="2882" actId="478"/>
          <ac:picMkLst>
            <pc:docMk/>
            <pc:sldMk cId="2254185726" sldId="376"/>
            <ac:picMk id="6" creationId="{341CF233-9451-EB69-A6DF-397001AFBEAE}"/>
          </ac:picMkLst>
        </pc:picChg>
      </pc:sldChg>
      <pc:sldChg chg="addSp modSp new mod">
        <pc:chgData name="Madhur Mohan" userId="88f4b4da-8dca-46b3-95ca-729f40a86975" providerId="ADAL" clId="{51B8FFEB-B4AF-4B4E-AAE0-8796815F75F1}" dt="2026-08-19T21:55:37.158" v="2966" actId="20577"/>
        <pc:sldMkLst>
          <pc:docMk/>
          <pc:sldMk cId="2147101586" sldId="377"/>
        </pc:sldMkLst>
        <pc:spChg chg="mod">
          <ac:chgData name="Madhur Mohan" userId="88f4b4da-8dca-46b3-95ca-729f40a86975" providerId="ADAL" clId="{51B8FFEB-B4AF-4B4E-AAE0-8796815F75F1}" dt="2026-08-19T21:55:37.158" v="2966" actId="20577"/>
          <ac:spMkLst>
            <pc:docMk/>
            <pc:sldMk cId="2147101586" sldId="377"/>
            <ac:spMk id="2" creationId="{6D847AD8-1A61-5579-DF0C-28F61C85DC71}"/>
          </ac:spMkLst>
        </pc:spChg>
        <pc:picChg chg="add mod">
          <ac:chgData name="Madhur Mohan" userId="88f4b4da-8dca-46b3-95ca-729f40a86975" providerId="ADAL" clId="{51B8FFEB-B4AF-4B4E-AAE0-8796815F75F1}" dt="2026-08-19T21:54:49.151" v="2927" actId="1076"/>
          <ac:picMkLst>
            <pc:docMk/>
            <pc:sldMk cId="2147101586" sldId="377"/>
            <ac:picMk id="5" creationId="{BF06C2E2-402B-CE92-52F4-7F28D29F53AA}"/>
          </ac:picMkLst>
        </pc:picChg>
        <pc:picChg chg="add mod">
          <ac:chgData name="Madhur Mohan" userId="88f4b4da-8dca-46b3-95ca-729f40a86975" providerId="ADAL" clId="{51B8FFEB-B4AF-4B4E-AAE0-8796815F75F1}" dt="2026-08-19T21:54:46.914" v="2926" actId="1076"/>
          <ac:picMkLst>
            <pc:docMk/>
            <pc:sldMk cId="2147101586" sldId="377"/>
            <ac:picMk id="6" creationId="{EBD2AC23-5736-46CF-09A7-1B04FA760E91}"/>
          </ac:picMkLst>
        </pc:picChg>
      </pc:sldChg>
      <pc:sldChg chg="modSp add mod">
        <pc:chgData name="Madhur Mohan" userId="88f4b4da-8dca-46b3-95ca-729f40a86975" providerId="ADAL" clId="{51B8FFEB-B4AF-4B4E-AAE0-8796815F75F1}" dt="2026-08-19T22:15:00.026" v="3052" actId="20577"/>
        <pc:sldMkLst>
          <pc:docMk/>
          <pc:sldMk cId="21444892" sldId="378"/>
        </pc:sldMkLst>
        <pc:spChg chg="mod">
          <ac:chgData name="Madhur Mohan" userId="88f4b4da-8dca-46b3-95ca-729f40a86975" providerId="ADAL" clId="{51B8FFEB-B4AF-4B4E-AAE0-8796815F75F1}" dt="2026-08-19T22:15:00.026" v="3052" actId="20577"/>
          <ac:spMkLst>
            <pc:docMk/>
            <pc:sldMk cId="21444892" sldId="378"/>
            <ac:spMk id="2" creationId="{F130D754-4D7E-BA92-ACEC-F051648C91BB}"/>
          </ac:spMkLst>
        </pc:spChg>
      </pc:sldChg>
      <pc:sldChg chg="modSp new mod ord">
        <pc:chgData name="Madhur Mohan" userId="88f4b4da-8dca-46b3-95ca-729f40a86975" providerId="ADAL" clId="{51B8FFEB-B4AF-4B4E-AAE0-8796815F75F1}" dt="2026-08-19T23:13:59.808" v="3498" actId="20577"/>
        <pc:sldMkLst>
          <pc:docMk/>
          <pc:sldMk cId="1425413052" sldId="379"/>
        </pc:sldMkLst>
        <pc:spChg chg="mod">
          <ac:chgData name="Madhur Mohan" userId="88f4b4da-8dca-46b3-95ca-729f40a86975" providerId="ADAL" clId="{51B8FFEB-B4AF-4B4E-AAE0-8796815F75F1}" dt="2026-08-19T23:13:59.808" v="3498" actId="20577"/>
          <ac:spMkLst>
            <pc:docMk/>
            <pc:sldMk cId="1425413052" sldId="379"/>
            <ac:spMk id="3" creationId="{60180721-0826-3279-A1B9-DC7FCE9B6F3B}"/>
          </ac:spMkLst>
        </pc:spChg>
      </pc:sldChg>
      <pc:sldChg chg="new del">
        <pc:chgData name="Madhur Mohan" userId="88f4b4da-8dca-46b3-95ca-729f40a86975" providerId="ADAL" clId="{51B8FFEB-B4AF-4B4E-AAE0-8796815F75F1}" dt="2026-08-20T04:31:46.803" v="3558" actId="47"/>
        <pc:sldMkLst>
          <pc:docMk/>
          <pc:sldMk cId="420428580" sldId="380"/>
        </pc:sldMkLst>
      </pc:sldChg>
      <pc:sldChg chg="addSp delSp modSp add mod">
        <pc:chgData name="Madhur Mohan" userId="88f4b4da-8dca-46b3-95ca-729f40a86975" providerId="ADAL" clId="{51B8FFEB-B4AF-4B4E-AAE0-8796815F75F1}" dt="2026-08-20T04:34:08.382" v="3573" actId="1076"/>
        <pc:sldMkLst>
          <pc:docMk/>
          <pc:sldMk cId="3751991228" sldId="380"/>
        </pc:sldMkLst>
        <pc:spChg chg="del">
          <ac:chgData name="Madhur Mohan" userId="88f4b4da-8dca-46b3-95ca-729f40a86975" providerId="ADAL" clId="{51B8FFEB-B4AF-4B4E-AAE0-8796815F75F1}" dt="2026-08-20T04:31:53.067" v="3560" actId="478"/>
          <ac:spMkLst>
            <pc:docMk/>
            <pc:sldMk cId="3751991228" sldId="380"/>
            <ac:spMk id="4" creationId="{8BEAF2E3-15EF-0FED-E376-3FD35C933A0E}"/>
          </ac:spMkLst>
        </pc:spChg>
        <pc:picChg chg="add mod">
          <ac:chgData name="Madhur Mohan" userId="88f4b4da-8dca-46b3-95ca-729f40a86975" providerId="ADAL" clId="{51B8FFEB-B4AF-4B4E-AAE0-8796815F75F1}" dt="2026-08-20T04:34:08.382" v="3573" actId="1076"/>
          <ac:picMkLst>
            <pc:docMk/>
            <pc:sldMk cId="3751991228" sldId="380"/>
            <ac:picMk id="5" creationId="{7F47FF0D-3DE8-6680-C617-1277B0D5B482}"/>
          </ac:picMkLst>
        </pc:picChg>
        <pc:picChg chg="add mod">
          <ac:chgData name="Madhur Mohan" userId="88f4b4da-8dca-46b3-95ca-729f40a86975" providerId="ADAL" clId="{51B8FFEB-B4AF-4B4E-AAE0-8796815F75F1}" dt="2026-08-20T04:34:04.813" v="3572" actId="14100"/>
          <ac:picMkLst>
            <pc:docMk/>
            <pc:sldMk cId="3751991228" sldId="380"/>
            <ac:picMk id="7" creationId="{36E8B15E-A4CC-1DE1-C820-7AC17F583DA8}"/>
          </ac:picMkLst>
        </pc:picChg>
      </pc:sldChg>
      <pc:sldChg chg="addSp delSp modSp add mod">
        <pc:chgData name="Madhur Mohan" userId="88f4b4da-8dca-46b3-95ca-729f40a86975" providerId="ADAL" clId="{51B8FFEB-B4AF-4B4E-AAE0-8796815F75F1}" dt="2026-08-20T04:50:31.501" v="3580" actId="14100"/>
        <pc:sldMkLst>
          <pc:docMk/>
          <pc:sldMk cId="3356816999" sldId="381"/>
        </pc:sldMkLst>
        <pc:picChg chg="add mod">
          <ac:chgData name="Madhur Mohan" userId="88f4b4da-8dca-46b3-95ca-729f40a86975" providerId="ADAL" clId="{51B8FFEB-B4AF-4B4E-AAE0-8796815F75F1}" dt="2026-08-20T04:50:31.501" v="3580" actId="14100"/>
          <ac:picMkLst>
            <pc:docMk/>
            <pc:sldMk cId="3356816999" sldId="381"/>
            <ac:picMk id="4" creationId="{BC5FCB49-4562-9784-7FD1-AD208613FF66}"/>
          </ac:picMkLst>
        </pc:picChg>
        <pc:picChg chg="del">
          <ac:chgData name="Madhur Mohan" userId="88f4b4da-8dca-46b3-95ca-729f40a86975" providerId="ADAL" clId="{51B8FFEB-B4AF-4B4E-AAE0-8796815F75F1}" dt="2026-08-20T04:50:17.914" v="3575" actId="478"/>
          <ac:picMkLst>
            <pc:docMk/>
            <pc:sldMk cId="3356816999" sldId="381"/>
            <ac:picMk id="5" creationId="{171399F7-5746-3785-68B7-0BAD3412FAE8}"/>
          </ac:picMkLst>
        </pc:picChg>
        <pc:picChg chg="del">
          <ac:chgData name="Madhur Mohan" userId="88f4b4da-8dca-46b3-95ca-729f40a86975" providerId="ADAL" clId="{51B8FFEB-B4AF-4B4E-AAE0-8796815F75F1}" dt="2026-08-20T04:50:17.914" v="3575" actId="478"/>
          <ac:picMkLst>
            <pc:docMk/>
            <pc:sldMk cId="3356816999" sldId="381"/>
            <ac:picMk id="7" creationId="{5A890857-ED48-905B-A1B0-15ECD63258C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0FB842-19DC-43C8-A7DC-A3314465997A}"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4FB2FB4F-348E-40FE-824A-84274F45FE0C}">
      <dgm:prSet phldrT="[Text]" phldr="0" custT="1"/>
      <dgm:spPr>
        <a:noFill/>
      </dgm:spPr>
      <dgm:t>
        <a:bodyPr/>
        <a:lstStyle/>
        <a:p>
          <a:r>
            <a:rPr lang="en-US" sz="2400" dirty="0">
              <a:solidFill>
                <a:schemeClr val="tx1"/>
              </a:solidFill>
            </a:rPr>
            <a:t>Labor, skills, and expertise rentals</a:t>
          </a:r>
          <a:endParaRPr lang="en-IN" sz="2400" dirty="0">
            <a:solidFill>
              <a:schemeClr val="tx1"/>
            </a:solidFill>
          </a:endParaRPr>
        </a:p>
      </dgm:t>
    </dgm:pt>
    <dgm:pt modelId="{7B2D05CA-11E3-4F15-A3F8-C6B7EA22DCD5}" type="parTrans" cxnId="{40B94864-98F8-4C07-9E10-26C0C5C39496}">
      <dgm:prSet/>
      <dgm:spPr/>
      <dgm:t>
        <a:bodyPr/>
        <a:lstStyle/>
        <a:p>
          <a:endParaRPr lang="en-IN" sz="1200"/>
        </a:p>
      </dgm:t>
    </dgm:pt>
    <dgm:pt modelId="{260C984E-61C0-4C93-947E-DD9908502984}" type="sibTrans" cxnId="{40B94864-98F8-4C07-9E10-26C0C5C39496}">
      <dgm:prSet/>
      <dgm:spPr/>
      <dgm:t>
        <a:bodyPr/>
        <a:lstStyle/>
        <a:p>
          <a:endParaRPr lang="en-IN" sz="1200"/>
        </a:p>
      </dgm:t>
    </dgm:pt>
    <dgm:pt modelId="{46EA7463-1DBE-4027-86E1-3BA681DC1435}">
      <dgm:prSet phldrT="[Text]" phldr="0" custT="1"/>
      <dgm:spPr>
        <a:noFill/>
        <a:ln>
          <a:noFill/>
        </a:ln>
      </dgm:spPr>
      <dgm:t>
        <a:bodyPr/>
        <a:lstStyle/>
        <a:p>
          <a:r>
            <a:rPr lang="en-US" sz="2400" dirty="0">
              <a:solidFill>
                <a:schemeClr val="tx1"/>
              </a:solidFill>
            </a:rPr>
            <a:t>Defined space and facility rentals</a:t>
          </a:r>
          <a:endParaRPr lang="en-IN" sz="2400" dirty="0">
            <a:solidFill>
              <a:schemeClr val="tx1"/>
            </a:solidFill>
          </a:endParaRPr>
        </a:p>
      </dgm:t>
    </dgm:pt>
    <dgm:pt modelId="{CE1BAC41-004B-4531-8478-6473048E0CF8}" type="parTrans" cxnId="{AC5BB04A-13DB-4A53-9057-F4F944398FB3}">
      <dgm:prSet/>
      <dgm:spPr/>
      <dgm:t>
        <a:bodyPr/>
        <a:lstStyle/>
        <a:p>
          <a:endParaRPr lang="en-IN" sz="1200"/>
        </a:p>
      </dgm:t>
    </dgm:pt>
    <dgm:pt modelId="{3B96854E-AC64-4574-BA48-9F2DBAA6CFF9}" type="sibTrans" cxnId="{AC5BB04A-13DB-4A53-9057-F4F944398FB3}">
      <dgm:prSet/>
      <dgm:spPr/>
      <dgm:t>
        <a:bodyPr/>
        <a:lstStyle/>
        <a:p>
          <a:endParaRPr lang="en-IN" sz="1200"/>
        </a:p>
      </dgm:t>
    </dgm:pt>
    <dgm:pt modelId="{7CB25CE2-3EF0-42F8-92DC-EA141144F7FF}">
      <dgm:prSet phldrT="[Text]" phldr="0" custT="1"/>
      <dgm:spPr>
        <a:noFill/>
        <a:ln>
          <a:noFill/>
        </a:ln>
      </dgm:spPr>
      <dgm:t>
        <a:bodyPr/>
        <a:lstStyle/>
        <a:p>
          <a:r>
            <a:rPr lang="en-US" sz="2400" dirty="0">
              <a:solidFill>
                <a:schemeClr val="tx1"/>
              </a:solidFill>
            </a:rPr>
            <a:t>Access to shared facilities</a:t>
          </a:r>
          <a:endParaRPr lang="en-IN" sz="2400" dirty="0">
            <a:solidFill>
              <a:schemeClr val="tx1"/>
            </a:solidFill>
          </a:endParaRPr>
        </a:p>
      </dgm:t>
    </dgm:pt>
    <dgm:pt modelId="{4CD0BBDF-F600-4304-9C8B-A4D7B17E9EAD}" type="parTrans" cxnId="{7548825A-766A-465E-809A-E3021E530B49}">
      <dgm:prSet/>
      <dgm:spPr/>
      <dgm:t>
        <a:bodyPr/>
        <a:lstStyle/>
        <a:p>
          <a:endParaRPr lang="en-IN" sz="1200"/>
        </a:p>
      </dgm:t>
    </dgm:pt>
    <dgm:pt modelId="{B9A5C318-E236-4BD5-ABBC-3DF3A836DA4A}" type="sibTrans" cxnId="{7548825A-766A-465E-809A-E3021E530B49}">
      <dgm:prSet/>
      <dgm:spPr/>
      <dgm:t>
        <a:bodyPr/>
        <a:lstStyle/>
        <a:p>
          <a:endParaRPr lang="en-IN" sz="1200"/>
        </a:p>
      </dgm:t>
    </dgm:pt>
    <dgm:pt modelId="{9827C5C4-27DB-4A41-9C4A-B2A55A1B1024}">
      <dgm:prSet phldrT="[Text]" phldr="0" custT="1"/>
      <dgm:spPr>
        <a:noFill/>
        <a:ln>
          <a:noFill/>
        </a:ln>
      </dgm:spPr>
      <dgm:t>
        <a:bodyPr/>
        <a:lstStyle/>
        <a:p>
          <a:r>
            <a:rPr lang="en-US" sz="2400" dirty="0">
              <a:solidFill>
                <a:schemeClr val="tx1"/>
              </a:solidFill>
            </a:rPr>
            <a:t>Access and use of </a:t>
          </a:r>
        </a:p>
        <a:p>
          <a:r>
            <a:rPr lang="en-US" sz="2400" dirty="0">
              <a:solidFill>
                <a:schemeClr val="tx1"/>
              </a:solidFill>
            </a:rPr>
            <a:t>networks and systems</a:t>
          </a:r>
          <a:endParaRPr lang="en-IN" sz="2400" dirty="0">
            <a:solidFill>
              <a:schemeClr val="tx1"/>
            </a:solidFill>
          </a:endParaRPr>
        </a:p>
      </dgm:t>
    </dgm:pt>
    <dgm:pt modelId="{10A47C07-8D1B-498C-8AE9-C4940407A90C}" type="parTrans" cxnId="{E3808C82-AAEE-4DFE-BE0F-6FC53B7F14DC}">
      <dgm:prSet/>
      <dgm:spPr/>
      <dgm:t>
        <a:bodyPr/>
        <a:lstStyle/>
        <a:p>
          <a:endParaRPr lang="en-IN" sz="1200"/>
        </a:p>
      </dgm:t>
    </dgm:pt>
    <dgm:pt modelId="{6F54096A-7563-4CA5-BDA9-FE3AF803E258}" type="sibTrans" cxnId="{E3808C82-AAEE-4DFE-BE0F-6FC53B7F14DC}">
      <dgm:prSet/>
      <dgm:spPr/>
      <dgm:t>
        <a:bodyPr/>
        <a:lstStyle/>
        <a:p>
          <a:endParaRPr lang="en-IN" sz="1200"/>
        </a:p>
      </dgm:t>
    </dgm:pt>
    <dgm:pt modelId="{FDF20315-46A7-4F60-BF53-6218CDE2268A}">
      <dgm:prSet phldrT="[Text]" phldr="0" custT="1"/>
      <dgm:spPr>
        <a:noFill/>
        <a:ln>
          <a:noFill/>
        </a:ln>
      </dgm:spPr>
      <dgm:t>
        <a:bodyPr/>
        <a:lstStyle/>
        <a:p>
          <a:r>
            <a:rPr lang="en-US" sz="2400" dirty="0">
              <a:solidFill>
                <a:schemeClr val="tx1"/>
              </a:solidFill>
            </a:rPr>
            <a:t>Rented goods services</a:t>
          </a:r>
          <a:endParaRPr lang="en-IN" sz="2400" dirty="0">
            <a:solidFill>
              <a:schemeClr val="tx1"/>
            </a:solidFill>
          </a:endParaRPr>
        </a:p>
      </dgm:t>
    </dgm:pt>
    <dgm:pt modelId="{5D4C204D-0F3B-4ED0-B69E-EEDEAFF366DB}" type="parTrans" cxnId="{274102B0-EE36-4CB2-8E77-CB87F2FEA46B}">
      <dgm:prSet/>
      <dgm:spPr/>
      <dgm:t>
        <a:bodyPr/>
        <a:lstStyle/>
        <a:p>
          <a:endParaRPr lang="en-IN" sz="1200"/>
        </a:p>
      </dgm:t>
    </dgm:pt>
    <dgm:pt modelId="{E4235E03-E7FC-420E-ACAF-A1AC2992E407}" type="sibTrans" cxnId="{274102B0-EE36-4CB2-8E77-CB87F2FEA46B}">
      <dgm:prSet/>
      <dgm:spPr/>
      <dgm:t>
        <a:bodyPr/>
        <a:lstStyle/>
        <a:p>
          <a:endParaRPr lang="en-IN" sz="1200"/>
        </a:p>
      </dgm:t>
    </dgm:pt>
    <dgm:pt modelId="{4A28355B-15FA-48BD-9D95-0D8AF3B58DF0}" type="pres">
      <dgm:prSet presAssocID="{D20FB842-19DC-43C8-A7DC-A3314465997A}" presName="diagram" presStyleCnt="0">
        <dgm:presLayoutVars>
          <dgm:dir/>
          <dgm:resizeHandles val="exact"/>
        </dgm:presLayoutVars>
      </dgm:prSet>
      <dgm:spPr/>
    </dgm:pt>
    <dgm:pt modelId="{E0FA70A7-73A2-427B-BAD3-BC7B5816E346}" type="pres">
      <dgm:prSet presAssocID="{4FB2FB4F-348E-40FE-824A-84274F45FE0C}" presName="node" presStyleLbl="node1" presStyleIdx="0" presStyleCnt="5" custScaleY="35050" custLinFactNeighborX="44320" custLinFactNeighborY="-13561">
        <dgm:presLayoutVars>
          <dgm:bulletEnabled val="1"/>
        </dgm:presLayoutVars>
      </dgm:prSet>
      <dgm:spPr/>
    </dgm:pt>
    <dgm:pt modelId="{2BFB2F4C-3CA3-4A13-9CFE-01419DEF81E1}" type="pres">
      <dgm:prSet presAssocID="{260C984E-61C0-4C93-947E-DD9908502984}" presName="sibTrans" presStyleCnt="0"/>
      <dgm:spPr/>
    </dgm:pt>
    <dgm:pt modelId="{FCE36206-786E-463F-9C89-AF8A9435C229}" type="pres">
      <dgm:prSet presAssocID="{FDF20315-46A7-4F60-BF53-6218CDE2268A}" presName="node" presStyleLbl="node1" presStyleIdx="1" presStyleCnt="5" custScaleX="51316" custScaleY="62093" custLinFactNeighborX="-99366" custLinFactNeighborY="31948">
        <dgm:presLayoutVars>
          <dgm:bulletEnabled val="1"/>
        </dgm:presLayoutVars>
      </dgm:prSet>
      <dgm:spPr/>
    </dgm:pt>
    <dgm:pt modelId="{E8D59AAE-B412-4FD5-B4E5-D6C3374784A2}" type="pres">
      <dgm:prSet presAssocID="{E4235E03-E7FC-420E-ACAF-A1AC2992E407}" presName="sibTrans" presStyleCnt="0"/>
      <dgm:spPr/>
    </dgm:pt>
    <dgm:pt modelId="{B4727E08-E57F-4046-9780-E61D79825C10}" type="pres">
      <dgm:prSet presAssocID="{46EA7463-1DBE-4027-86E1-3BA681DC1435}" presName="node" presStyleLbl="node1" presStyleIdx="2" presStyleCnt="5" custScaleX="46651" custScaleY="62093" custLinFactNeighborX="-98809" custLinFactNeighborY="35884">
        <dgm:presLayoutVars>
          <dgm:bulletEnabled val="1"/>
        </dgm:presLayoutVars>
      </dgm:prSet>
      <dgm:spPr/>
    </dgm:pt>
    <dgm:pt modelId="{2F5593A7-BF1F-43B9-9D1A-E5E97DB0E74C}" type="pres">
      <dgm:prSet presAssocID="{3B96854E-AC64-4574-BA48-9F2DBAA6CFF9}" presName="sibTrans" presStyleCnt="0"/>
      <dgm:spPr/>
    </dgm:pt>
    <dgm:pt modelId="{E0FBA99E-4E0F-4AEE-94E3-9F3C94970C90}" type="pres">
      <dgm:prSet presAssocID="{7CB25CE2-3EF0-42F8-92DC-EA141144F7FF}" presName="node" presStyleLbl="node1" presStyleIdx="3" presStyleCnt="5" custScaleX="51316" custScaleY="62093" custLinFactX="9436" custLinFactNeighborX="100000" custLinFactNeighborY="-43548">
        <dgm:presLayoutVars>
          <dgm:bulletEnabled val="1"/>
        </dgm:presLayoutVars>
      </dgm:prSet>
      <dgm:spPr/>
    </dgm:pt>
    <dgm:pt modelId="{00077E2D-11EA-4D60-A2B3-461588CF54B4}" type="pres">
      <dgm:prSet presAssocID="{B9A5C318-E236-4BD5-ABBC-3DF3A836DA4A}" presName="sibTrans" presStyleCnt="0"/>
      <dgm:spPr/>
    </dgm:pt>
    <dgm:pt modelId="{4A131183-BDEE-4BA3-8722-2BE2BB5C7B69}" type="pres">
      <dgm:prSet presAssocID="{9827C5C4-27DB-4A41-9C4A-B2A55A1B1024}" presName="node" presStyleLbl="node1" presStyleIdx="4" presStyleCnt="5" custScaleY="35050" custLinFactNeighborX="-46490" custLinFactNeighborY="8294">
        <dgm:presLayoutVars>
          <dgm:bulletEnabled val="1"/>
        </dgm:presLayoutVars>
      </dgm:prSet>
      <dgm:spPr/>
    </dgm:pt>
  </dgm:ptLst>
  <dgm:cxnLst>
    <dgm:cxn modelId="{C5A2DE10-94B1-4ED5-BCFA-E11D4CAF2F48}" type="presOf" srcId="{4FB2FB4F-348E-40FE-824A-84274F45FE0C}" destId="{E0FA70A7-73A2-427B-BAD3-BC7B5816E346}" srcOrd="0" destOrd="0" presId="urn:microsoft.com/office/officeart/2005/8/layout/default"/>
    <dgm:cxn modelId="{B7496F18-0156-42EF-8317-0125838927E9}" type="presOf" srcId="{D20FB842-19DC-43C8-A7DC-A3314465997A}" destId="{4A28355B-15FA-48BD-9D95-0D8AF3B58DF0}" srcOrd="0" destOrd="0" presId="urn:microsoft.com/office/officeart/2005/8/layout/default"/>
    <dgm:cxn modelId="{40B94864-98F8-4C07-9E10-26C0C5C39496}" srcId="{D20FB842-19DC-43C8-A7DC-A3314465997A}" destId="{4FB2FB4F-348E-40FE-824A-84274F45FE0C}" srcOrd="0" destOrd="0" parTransId="{7B2D05CA-11E3-4F15-A3F8-C6B7EA22DCD5}" sibTransId="{260C984E-61C0-4C93-947E-DD9908502984}"/>
    <dgm:cxn modelId="{346B6146-0441-49CB-B607-7E744382F384}" type="presOf" srcId="{7CB25CE2-3EF0-42F8-92DC-EA141144F7FF}" destId="{E0FBA99E-4E0F-4AEE-94E3-9F3C94970C90}" srcOrd="0" destOrd="0" presId="urn:microsoft.com/office/officeart/2005/8/layout/default"/>
    <dgm:cxn modelId="{AC5BB04A-13DB-4A53-9057-F4F944398FB3}" srcId="{D20FB842-19DC-43C8-A7DC-A3314465997A}" destId="{46EA7463-1DBE-4027-86E1-3BA681DC1435}" srcOrd="2" destOrd="0" parTransId="{CE1BAC41-004B-4531-8478-6473048E0CF8}" sibTransId="{3B96854E-AC64-4574-BA48-9F2DBAA6CFF9}"/>
    <dgm:cxn modelId="{E829BA6D-2E29-482C-A40A-7DEA038DA7A6}" type="presOf" srcId="{46EA7463-1DBE-4027-86E1-3BA681DC1435}" destId="{B4727E08-E57F-4046-9780-E61D79825C10}" srcOrd="0" destOrd="0" presId="urn:microsoft.com/office/officeart/2005/8/layout/default"/>
    <dgm:cxn modelId="{7548825A-766A-465E-809A-E3021E530B49}" srcId="{D20FB842-19DC-43C8-A7DC-A3314465997A}" destId="{7CB25CE2-3EF0-42F8-92DC-EA141144F7FF}" srcOrd="3" destOrd="0" parTransId="{4CD0BBDF-F600-4304-9C8B-A4D7B17E9EAD}" sibTransId="{B9A5C318-E236-4BD5-ABBC-3DF3A836DA4A}"/>
    <dgm:cxn modelId="{E3808C82-AAEE-4DFE-BE0F-6FC53B7F14DC}" srcId="{D20FB842-19DC-43C8-A7DC-A3314465997A}" destId="{9827C5C4-27DB-4A41-9C4A-B2A55A1B1024}" srcOrd="4" destOrd="0" parTransId="{10A47C07-8D1B-498C-8AE9-C4940407A90C}" sibTransId="{6F54096A-7563-4CA5-BDA9-FE3AF803E258}"/>
    <dgm:cxn modelId="{20536EA8-2A61-4B48-9077-9A4523B46003}" type="presOf" srcId="{9827C5C4-27DB-4A41-9C4A-B2A55A1B1024}" destId="{4A131183-BDEE-4BA3-8722-2BE2BB5C7B69}" srcOrd="0" destOrd="0" presId="urn:microsoft.com/office/officeart/2005/8/layout/default"/>
    <dgm:cxn modelId="{274102B0-EE36-4CB2-8E77-CB87F2FEA46B}" srcId="{D20FB842-19DC-43C8-A7DC-A3314465997A}" destId="{FDF20315-46A7-4F60-BF53-6218CDE2268A}" srcOrd="1" destOrd="0" parTransId="{5D4C204D-0F3B-4ED0-B69E-EEDEAFF366DB}" sibTransId="{E4235E03-E7FC-420E-ACAF-A1AC2992E407}"/>
    <dgm:cxn modelId="{E67976B2-6536-4B84-8D56-3529699C4563}" type="presOf" srcId="{FDF20315-46A7-4F60-BF53-6218CDE2268A}" destId="{FCE36206-786E-463F-9C89-AF8A9435C229}" srcOrd="0" destOrd="0" presId="urn:microsoft.com/office/officeart/2005/8/layout/default"/>
    <dgm:cxn modelId="{8A4A0E5D-0976-4F88-BCA5-3D2F6279A6CB}" type="presParOf" srcId="{4A28355B-15FA-48BD-9D95-0D8AF3B58DF0}" destId="{E0FA70A7-73A2-427B-BAD3-BC7B5816E346}" srcOrd="0" destOrd="0" presId="urn:microsoft.com/office/officeart/2005/8/layout/default"/>
    <dgm:cxn modelId="{762AD363-0BD8-4F56-B63B-91D578D141CD}" type="presParOf" srcId="{4A28355B-15FA-48BD-9D95-0D8AF3B58DF0}" destId="{2BFB2F4C-3CA3-4A13-9CFE-01419DEF81E1}" srcOrd="1" destOrd="0" presId="urn:microsoft.com/office/officeart/2005/8/layout/default"/>
    <dgm:cxn modelId="{7AE0A049-F6D0-4A8A-9E4F-732765795939}" type="presParOf" srcId="{4A28355B-15FA-48BD-9D95-0D8AF3B58DF0}" destId="{FCE36206-786E-463F-9C89-AF8A9435C229}" srcOrd="2" destOrd="0" presId="urn:microsoft.com/office/officeart/2005/8/layout/default"/>
    <dgm:cxn modelId="{EDB9FF64-1C2C-40D3-B6AD-B127D092FF76}" type="presParOf" srcId="{4A28355B-15FA-48BD-9D95-0D8AF3B58DF0}" destId="{E8D59AAE-B412-4FD5-B4E5-D6C3374784A2}" srcOrd="3" destOrd="0" presId="urn:microsoft.com/office/officeart/2005/8/layout/default"/>
    <dgm:cxn modelId="{AEF6C340-D7E5-4A27-96E3-BC2120ABD620}" type="presParOf" srcId="{4A28355B-15FA-48BD-9D95-0D8AF3B58DF0}" destId="{B4727E08-E57F-4046-9780-E61D79825C10}" srcOrd="4" destOrd="0" presId="urn:microsoft.com/office/officeart/2005/8/layout/default"/>
    <dgm:cxn modelId="{E2F5C667-5EAB-452F-9568-E555EC4050D5}" type="presParOf" srcId="{4A28355B-15FA-48BD-9D95-0D8AF3B58DF0}" destId="{2F5593A7-BF1F-43B9-9D1A-E5E97DB0E74C}" srcOrd="5" destOrd="0" presId="urn:microsoft.com/office/officeart/2005/8/layout/default"/>
    <dgm:cxn modelId="{2B270F8B-E0F9-4052-8ED8-966B632EE8D4}" type="presParOf" srcId="{4A28355B-15FA-48BD-9D95-0D8AF3B58DF0}" destId="{E0FBA99E-4E0F-4AEE-94E3-9F3C94970C90}" srcOrd="6" destOrd="0" presId="urn:microsoft.com/office/officeart/2005/8/layout/default"/>
    <dgm:cxn modelId="{D5C47301-F91F-4DF5-87E8-899641CD239D}" type="presParOf" srcId="{4A28355B-15FA-48BD-9D95-0D8AF3B58DF0}" destId="{00077E2D-11EA-4D60-A2B3-461588CF54B4}" srcOrd="7" destOrd="0" presId="urn:microsoft.com/office/officeart/2005/8/layout/default"/>
    <dgm:cxn modelId="{7F16179F-BBC8-48B7-AF28-D4A83D5C4F03}" type="presParOf" srcId="{4A28355B-15FA-48BD-9D95-0D8AF3B58DF0}" destId="{4A131183-BDEE-4BA3-8722-2BE2BB5C7B6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FA70A7-73A2-427B-BAD3-BC7B5816E346}">
      <dsp:nvSpPr>
        <dsp:cNvPr id="0" name=""/>
        <dsp:cNvSpPr/>
      </dsp:nvSpPr>
      <dsp:spPr>
        <a:xfrm>
          <a:off x="3124186" y="13"/>
          <a:ext cx="4595812" cy="966499"/>
        </a:xfrm>
        <a:prstGeom prst="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Labor, skills, and expertise rentals</a:t>
          </a:r>
          <a:endParaRPr lang="en-IN" sz="2400" kern="1200" dirty="0">
            <a:solidFill>
              <a:schemeClr val="tx1"/>
            </a:solidFill>
          </a:endParaRPr>
        </a:p>
      </dsp:txBody>
      <dsp:txXfrm>
        <a:off x="3124186" y="13"/>
        <a:ext cx="4595812" cy="966499"/>
      </dsp:txXfrm>
    </dsp:sp>
    <dsp:sp modelId="{FCE36206-786E-463F-9C89-AF8A9435C229}">
      <dsp:nvSpPr>
        <dsp:cNvPr id="0" name=""/>
        <dsp:cNvSpPr/>
      </dsp:nvSpPr>
      <dsp:spPr>
        <a:xfrm>
          <a:off x="1576041" y="882064"/>
          <a:ext cx="2358387" cy="171220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Rented goods services</a:t>
          </a:r>
          <a:endParaRPr lang="en-IN" sz="2400" kern="1200" dirty="0">
            <a:solidFill>
              <a:schemeClr val="tx1"/>
            </a:solidFill>
          </a:endParaRPr>
        </a:p>
      </dsp:txBody>
      <dsp:txXfrm>
        <a:off x="1576041" y="882064"/>
        <a:ext cx="2358387" cy="1712206"/>
      </dsp:txXfrm>
    </dsp:sp>
    <dsp:sp modelId="{B4727E08-E57F-4046-9780-E61D79825C10}">
      <dsp:nvSpPr>
        <dsp:cNvPr id="0" name=""/>
        <dsp:cNvSpPr/>
      </dsp:nvSpPr>
      <dsp:spPr>
        <a:xfrm>
          <a:off x="4419608" y="990599"/>
          <a:ext cx="2143992" cy="171220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Defined space and facility rentals</a:t>
          </a:r>
          <a:endParaRPr lang="en-IN" sz="2400" kern="1200" dirty="0">
            <a:solidFill>
              <a:schemeClr val="tx1"/>
            </a:solidFill>
          </a:endParaRPr>
        </a:p>
      </dsp:txBody>
      <dsp:txXfrm>
        <a:off x="4419608" y="990599"/>
        <a:ext cx="2143992" cy="1712206"/>
      </dsp:txXfrm>
    </dsp:sp>
    <dsp:sp modelId="{E0FBA99E-4E0F-4AEE-94E3-9F3C94970C90}">
      <dsp:nvSpPr>
        <dsp:cNvPr id="0" name=""/>
        <dsp:cNvSpPr/>
      </dsp:nvSpPr>
      <dsp:spPr>
        <a:xfrm>
          <a:off x="7418582" y="972059"/>
          <a:ext cx="2358387" cy="171220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Access to shared facilities</a:t>
          </a:r>
          <a:endParaRPr lang="en-IN" sz="2400" kern="1200" dirty="0">
            <a:solidFill>
              <a:schemeClr val="tx1"/>
            </a:solidFill>
          </a:endParaRPr>
        </a:p>
      </dsp:txBody>
      <dsp:txXfrm>
        <a:off x="7418582" y="972059"/>
        <a:ext cx="2358387" cy="1712206"/>
      </dsp:txXfrm>
    </dsp:sp>
    <dsp:sp modelId="{4A131183-BDEE-4BA3-8722-2BE2BB5C7B69}">
      <dsp:nvSpPr>
        <dsp:cNvPr id="0" name=""/>
        <dsp:cNvSpPr/>
      </dsp:nvSpPr>
      <dsp:spPr>
        <a:xfrm>
          <a:off x="3070484" y="2774450"/>
          <a:ext cx="4595812" cy="966499"/>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Access and use of </a:t>
          </a:r>
        </a:p>
        <a:p>
          <a:pPr marL="0" lvl="0" indent="0" algn="ctr" defTabSz="1066800">
            <a:lnSpc>
              <a:spcPct val="90000"/>
            </a:lnSpc>
            <a:spcBef>
              <a:spcPct val="0"/>
            </a:spcBef>
            <a:spcAft>
              <a:spcPct val="35000"/>
            </a:spcAft>
            <a:buNone/>
          </a:pPr>
          <a:r>
            <a:rPr lang="en-US" sz="2400" kern="1200" dirty="0">
              <a:solidFill>
                <a:schemeClr val="tx1"/>
              </a:solidFill>
            </a:rPr>
            <a:t>networks and systems</a:t>
          </a:r>
          <a:endParaRPr lang="en-IN" sz="2400" kern="1200" dirty="0">
            <a:solidFill>
              <a:schemeClr val="tx1"/>
            </a:solidFill>
          </a:endParaRPr>
        </a:p>
      </dsp:txBody>
      <dsp:txXfrm>
        <a:off x="3070484" y="2774450"/>
        <a:ext cx="4595812" cy="96649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A7E859-2926-204F-9B62-AE2BD49BE742}"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955AC-BBE9-A144-BEA0-0A44958C1A85}" type="slidenum">
              <a:rPr lang="en-US" smtClean="0"/>
              <a:t>‹#›</a:t>
            </a:fld>
            <a:endParaRPr lang="en-US"/>
          </a:p>
        </p:txBody>
      </p:sp>
    </p:spTree>
    <p:extLst>
      <p:ext uri="{BB962C8B-B14F-4D97-AF65-F5344CB8AC3E}">
        <p14:creationId xmlns:p14="http://schemas.microsoft.com/office/powerpoint/2010/main" val="2958189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a:t>
            </a:fld>
            <a:endParaRPr lang="en-US"/>
          </a:p>
        </p:txBody>
      </p:sp>
    </p:spTree>
    <p:extLst>
      <p:ext uri="{BB962C8B-B14F-4D97-AF65-F5344CB8AC3E}">
        <p14:creationId xmlns:p14="http://schemas.microsoft.com/office/powerpoint/2010/main" val="3799158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3</a:t>
            </a:fld>
            <a:endParaRPr lang="en-US"/>
          </a:p>
        </p:txBody>
      </p:sp>
    </p:spTree>
    <p:extLst>
      <p:ext uri="{BB962C8B-B14F-4D97-AF65-F5344CB8AC3E}">
        <p14:creationId xmlns:p14="http://schemas.microsoft.com/office/powerpoint/2010/main" val="3889025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endParaRPr lang="en-IN" dirty="0"/>
          </a:p>
        </p:txBody>
      </p:sp>
      <p:sp>
        <p:nvSpPr>
          <p:cNvPr id="4" name="Slide Number Placeholder 3"/>
          <p:cNvSpPr>
            <a:spLocks noGrp="1"/>
          </p:cNvSpPr>
          <p:nvPr>
            <p:ph type="sldNum" sz="quarter" idx="5"/>
          </p:nvPr>
        </p:nvSpPr>
        <p:spPr/>
        <p:txBody>
          <a:bodyPr/>
          <a:lstStyle/>
          <a:p>
            <a:fld id="{1FA955AC-BBE9-A144-BEA0-0A44958C1A85}" type="slidenum">
              <a:rPr lang="en-US" smtClean="0"/>
              <a:t>14</a:t>
            </a:fld>
            <a:endParaRPr lang="en-US"/>
          </a:p>
        </p:txBody>
      </p:sp>
    </p:spTree>
    <p:extLst>
      <p:ext uri="{BB962C8B-B14F-4D97-AF65-F5344CB8AC3E}">
        <p14:creationId xmlns:p14="http://schemas.microsoft.com/office/powerpoint/2010/main" val="2364300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endParaRPr lang="en-IN" dirty="0"/>
          </a:p>
        </p:txBody>
      </p:sp>
      <p:sp>
        <p:nvSpPr>
          <p:cNvPr id="4" name="Slide Number Placeholder 3"/>
          <p:cNvSpPr>
            <a:spLocks noGrp="1"/>
          </p:cNvSpPr>
          <p:nvPr>
            <p:ph type="sldNum" sz="quarter" idx="5"/>
          </p:nvPr>
        </p:nvSpPr>
        <p:spPr/>
        <p:txBody>
          <a:bodyPr/>
          <a:lstStyle/>
          <a:p>
            <a:fld id="{1FA955AC-BBE9-A144-BEA0-0A44958C1A85}" type="slidenum">
              <a:rPr lang="en-US" smtClean="0"/>
              <a:t>15</a:t>
            </a:fld>
            <a:endParaRPr lang="en-US"/>
          </a:p>
        </p:txBody>
      </p:sp>
    </p:spTree>
    <p:extLst>
      <p:ext uri="{BB962C8B-B14F-4D97-AF65-F5344CB8AC3E}">
        <p14:creationId xmlns:p14="http://schemas.microsoft.com/office/powerpoint/2010/main" val="1856172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88021-62FA-C1A0-A867-B98028680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78B52-D632-2728-BD03-A8A905F42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BCEC9-DAA7-C5CB-985B-C92E68C732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05AF8A-9AA3-4C67-60B4-ACD4D11AE207}"/>
              </a:ext>
            </a:extLst>
          </p:cNvPr>
          <p:cNvSpPr>
            <a:spLocks noGrp="1"/>
          </p:cNvSpPr>
          <p:nvPr>
            <p:ph type="sldNum" sz="quarter" idx="5"/>
          </p:nvPr>
        </p:nvSpPr>
        <p:spPr/>
        <p:txBody>
          <a:bodyPr/>
          <a:lstStyle/>
          <a:p>
            <a:fld id="{1FA955AC-BBE9-A144-BEA0-0A44958C1A85}" type="slidenum">
              <a:rPr lang="en-US" smtClean="0"/>
              <a:t>21</a:t>
            </a:fld>
            <a:endParaRPr lang="en-US"/>
          </a:p>
        </p:txBody>
      </p:sp>
    </p:spTree>
    <p:extLst>
      <p:ext uri="{BB962C8B-B14F-4D97-AF65-F5344CB8AC3E}">
        <p14:creationId xmlns:p14="http://schemas.microsoft.com/office/powerpoint/2010/main" val="225294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Customers are present when service is being produced (dining, air travel etc.) taking part as co-creators of service. Customers may also interact with each other affecting their experience. Inventory and demand forecasting is difficult. Requires marketers to have a strong recovery strategy in case things go wrong.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23</a:t>
            </a:fld>
            <a:endParaRPr lang="en-US"/>
          </a:p>
        </p:txBody>
      </p:sp>
    </p:spTree>
    <p:extLst>
      <p:ext uri="{BB962C8B-B14F-4D97-AF65-F5344CB8AC3E}">
        <p14:creationId xmlns:p14="http://schemas.microsoft.com/office/powerpoint/2010/main" val="1679082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are present when service is being produced (dining, air travel etc.) taking part as co-creators of service. Customers may also interact with each other affecting their experience. </a:t>
            </a:r>
          </a:p>
        </p:txBody>
      </p:sp>
      <p:sp>
        <p:nvSpPr>
          <p:cNvPr id="4" name="Slide Number Placeholder 3"/>
          <p:cNvSpPr>
            <a:spLocks noGrp="1"/>
          </p:cNvSpPr>
          <p:nvPr>
            <p:ph type="sldNum" sz="quarter" idx="5"/>
          </p:nvPr>
        </p:nvSpPr>
        <p:spPr/>
        <p:txBody>
          <a:bodyPr/>
          <a:lstStyle/>
          <a:p>
            <a:fld id="{1FA955AC-BBE9-A144-BEA0-0A44958C1A85}" type="slidenum">
              <a:rPr lang="en-US" smtClean="0"/>
              <a:t>24</a:t>
            </a:fld>
            <a:endParaRPr lang="en-US"/>
          </a:p>
        </p:txBody>
      </p:sp>
    </p:spTree>
    <p:extLst>
      <p:ext uri="{BB962C8B-B14F-4D97-AF65-F5344CB8AC3E}">
        <p14:creationId xmlns:p14="http://schemas.microsoft.com/office/powerpoint/2010/main" val="1791168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 and demand forecasting is difficult. Requires marketers to have a strong recovery strategy in case things go wrong.</a:t>
            </a:r>
          </a:p>
        </p:txBody>
      </p:sp>
      <p:sp>
        <p:nvSpPr>
          <p:cNvPr id="4" name="Slide Number Placeholder 3"/>
          <p:cNvSpPr>
            <a:spLocks noGrp="1"/>
          </p:cNvSpPr>
          <p:nvPr>
            <p:ph type="sldNum" sz="quarter" idx="5"/>
          </p:nvPr>
        </p:nvSpPr>
        <p:spPr/>
        <p:txBody>
          <a:bodyPr/>
          <a:lstStyle/>
          <a:p>
            <a:fld id="{1FA955AC-BBE9-A144-BEA0-0A44958C1A85}" type="slidenum">
              <a:rPr lang="en-US" smtClean="0"/>
              <a:t>25</a:t>
            </a:fld>
            <a:endParaRPr lang="en-US"/>
          </a:p>
        </p:txBody>
      </p:sp>
    </p:spTree>
    <p:extLst>
      <p:ext uri="{BB962C8B-B14F-4D97-AF65-F5344CB8AC3E}">
        <p14:creationId xmlns:p14="http://schemas.microsoft.com/office/powerpoint/2010/main" val="599695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services are intangible, customers are often looking for any tangible cue to help them understand the nature of the service experience.</a:t>
            </a:r>
          </a:p>
        </p:txBody>
      </p:sp>
      <p:sp>
        <p:nvSpPr>
          <p:cNvPr id="4" name="Slide Number Placeholder 3"/>
          <p:cNvSpPr>
            <a:spLocks noGrp="1"/>
          </p:cNvSpPr>
          <p:nvPr>
            <p:ph type="sldNum" sz="quarter" idx="5"/>
          </p:nvPr>
        </p:nvSpPr>
        <p:spPr/>
        <p:txBody>
          <a:bodyPr/>
          <a:lstStyle/>
          <a:p>
            <a:fld id="{1FA955AC-BBE9-A144-BEA0-0A44958C1A85}" type="slidenum">
              <a:rPr lang="en-US" smtClean="0"/>
              <a:t>26</a:t>
            </a:fld>
            <a:endParaRPr lang="en-US"/>
          </a:p>
        </p:txBody>
      </p:sp>
    </p:spTree>
    <p:extLst>
      <p:ext uri="{BB962C8B-B14F-4D97-AF65-F5344CB8AC3E}">
        <p14:creationId xmlns:p14="http://schemas.microsoft.com/office/powerpoint/2010/main" val="1177633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27</a:t>
            </a:fld>
            <a:endParaRPr lang="en-US"/>
          </a:p>
        </p:txBody>
      </p:sp>
    </p:spTree>
    <p:extLst>
      <p:ext uri="{BB962C8B-B14F-4D97-AF65-F5344CB8AC3E}">
        <p14:creationId xmlns:p14="http://schemas.microsoft.com/office/powerpoint/2010/main" val="3921749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28</a:t>
            </a:fld>
            <a:endParaRPr lang="en-US"/>
          </a:p>
        </p:txBody>
      </p:sp>
    </p:spTree>
    <p:extLst>
      <p:ext uri="{BB962C8B-B14F-4D97-AF65-F5344CB8AC3E}">
        <p14:creationId xmlns:p14="http://schemas.microsoft.com/office/powerpoint/2010/main" val="3662891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29</a:t>
            </a:fld>
            <a:endParaRPr lang="en-US"/>
          </a:p>
        </p:txBody>
      </p:sp>
    </p:spTree>
    <p:extLst>
      <p:ext uri="{BB962C8B-B14F-4D97-AF65-F5344CB8AC3E}">
        <p14:creationId xmlns:p14="http://schemas.microsoft.com/office/powerpoint/2010/main" val="2686542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30</a:t>
            </a:fld>
            <a:endParaRPr lang="en-US"/>
          </a:p>
        </p:txBody>
      </p:sp>
    </p:spTree>
    <p:extLst>
      <p:ext uri="{BB962C8B-B14F-4D97-AF65-F5344CB8AC3E}">
        <p14:creationId xmlns:p14="http://schemas.microsoft.com/office/powerpoint/2010/main" val="3070540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some services like consulting, counseling, teaching etc. the provider is the service. Customers can also influence service delivery, affecting service quality and their own satisfaction. Customers can also influence outcomes for other customers, e.g., in a theater.</a:t>
            </a:r>
          </a:p>
        </p:txBody>
      </p:sp>
      <p:sp>
        <p:nvSpPr>
          <p:cNvPr id="4" name="Slide Number Placeholder 3"/>
          <p:cNvSpPr>
            <a:spLocks noGrp="1"/>
          </p:cNvSpPr>
          <p:nvPr>
            <p:ph type="sldNum" sz="quarter" idx="5"/>
          </p:nvPr>
        </p:nvSpPr>
        <p:spPr/>
        <p:txBody>
          <a:bodyPr/>
          <a:lstStyle/>
          <a:p>
            <a:fld id="{1FA955AC-BBE9-A144-BEA0-0A44958C1A85}" type="slidenum">
              <a:rPr lang="en-US" smtClean="0"/>
              <a:t>31</a:t>
            </a:fld>
            <a:endParaRPr lang="en-US"/>
          </a:p>
        </p:txBody>
      </p:sp>
    </p:spTree>
    <p:extLst>
      <p:ext uri="{BB962C8B-B14F-4D97-AF65-F5344CB8AC3E}">
        <p14:creationId xmlns:p14="http://schemas.microsoft.com/office/powerpoint/2010/main" val="3330232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evidence: brochures, letterheads, signage, equipment, facility where service is offered</a:t>
            </a:r>
          </a:p>
          <a:p>
            <a:r>
              <a:rPr lang="en-US" dirty="0"/>
              <a:t>Virtual evidence: website, VR interfaces, mobile applications</a:t>
            </a:r>
          </a:p>
        </p:txBody>
      </p:sp>
      <p:sp>
        <p:nvSpPr>
          <p:cNvPr id="4" name="Slide Number Placeholder 3"/>
          <p:cNvSpPr>
            <a:spLocks noGrp="1"/>
          </p:cNvSpPr>
          <p:nvPr>
            <p:ph type="sldNum" sz="quarter" idx="5"/>
          </p:nvPr>
        </p:nvSpPr>
        <p:spPr/>
        <p:txBody>
          <a:bodyPr/>
          <a:lstStyle/>
          <a:p>
            <a:fld id="{1FA955AC-BBE9-A144-BEA0-0A44958C1A85}" type="slidenum">
              <a:rPr lang="en-US" smtClean="0"/>
              <a:t>32</a:t>
            </a:fld>
            <a:endParaRPr lang="en-US"/>
          </a:p>
        </p:txBody>
      </p:sp>
    </p:spTree>
    <p:extLst>
      <p:ext uri="{BB962C8B-B14F-4D97-AF65-F5344CB8AC3E}">
        <p14:creationId xmlns:p14="http://schemas.microsoft.com/office/powerpoint/2010/main" val="132344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33</a:t>
            </a:fld>
            <a:endParaRPr lang="en-US"/>
          </a:p>
        </p:txBody>
      </p:sp>
    </p:spTree>
    <p:extLst>
      <p:ext uri="{BB962C8B-B14F-4D97-AF65-F5344CB8AC3E}">
        <p14:creationId xmlns:p14="http://schemas.microsoft.com/office/powerpoint/2010/main" val="3274761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955AC-BBE9-A144-BEA0-0A44958C1A85}" type="slidenum">
              <a:rPr lang="en-US" smtClean="0"/>
              <a:t>34</a:t>
            </a:fld>
            <a:endParaRPr lang="en-US"/>
          </a:p>
        </p:txBody>
      </p:sp>
    </p:spTree>
    <p:extLst>
      <p:ext uri="{BB962C8B-B14F-4D97-AF65-F5344CB8AC3E}">
        <p14:creationId xmlns:p14="http://schemas.microsoft.com/office/powerpoint/2010/main" val="3866372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46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19910A9-B215-E645-BE0C-450C62DB1E8F}" type="datetimeFigureOut">
              <a:rPr lang="en-US" smtClean="0"/>
              <a:t>8/20/2026</a:t>
            </a:fld>
            <a:endParaRPr lang="en-US"/>
          </a:p>
        </p:txBody>
      </p:sp>
      <p:sp>
        <p:nvSpPr>
          <p:cNvPr id="6" name="Slide Number Placeholder 5"/>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138730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28137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719910A9-B215-E645-BE0C-450C62DB1E8F}" type="datetimeFigureOut">
              <a:rPr lang="en-US" smtClean="0"/>
              <a:t>8/20/2026</a:t>
            </a:fld>
            <a:endParaRPr lang="en-US"/>
          </a:p>
        </p:txBody>
      </p:sp>
      <p:sp>
        <p:nvSpPr>
          <p:cNvPr id="7" name="Slide Number Placeholder 6"/>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33508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719910A9-B215-E645-BE0C-450C62DB1E8F}" type="datetimeFigureOut">
              <a:rPr lang="en-US" smtClean="0"/>
              <a:t>8/20/2026</a:t>
            </a:fld>
            <a:endParaRPr lang="en-US"/>
          </a:p>
        </p:txBody>
      </p:sp>
      <p:sp>
        <p:nvSpPr>
          <p:cNvPr id="9" name="Slide Number Placeholder 8"/>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2663443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719910A9-B215-E645-BE0C-450C62DB1E8F}" type="datetimeFigureOut">
              <a:rPr lang="en-US" smtClean="0"/>
              <a:t>8/20/2026</a:t>
            </a:fld>
            <a:endParaRPr lang="en-US"/>
          </a:p>
        </p:txBody>
      </p:sp>
      <p:sp>
        <p:nvSpPr>
          <p:cNvPr id="5" name="Slide Number Placeholder 4"/>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114158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endParaRPr lang="en-US"/>
          </a:p>
        </p:txBody>
      </p:sp>
      <p:sp>
        <p:nvSpPr>
          <p:cNvPr id="212" name="Date Placeholder 211"/>
          <p:cNvSpPr>
            <a:spLocks noGrp="1"/>
          </p:cNvSpPr>
          <p:nvPr>
            <p:ph type="dt" sz="half" idx="10"/>
          </p:nvPr>
        </p:nvSpPr>
        <p:spPr/>
        <p:txBody>
          <a:bodyPr/>
          <a:lstStyle/>
          <a:p>
            <a:fld id="{719910A9-B215-E645-BE0C-450C62DB1E8F}" type="datetimeFigureOut">
              <a:rPr lang="en-US" smtClean="0"/>
              <a:t>8/20/2026</a:t>
            </a:fld>
            <a:endParaRPr lang="en-US"/>
          </a:p>
        </p:txBody>
      </p:sp>
      <p:sp>
        <p:nvSpPr>
          <p:cNvPr id="214" name="Slide Number Placeholder 213"/>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300544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lvl1pPr>
              <a:defRPr>
                <a:solidFill>
                  <a:schemeClr val="bg1"/>
                </a:solidFill>
              </a:defRPr>
            </a:lvl1pPr>
          </a:lstStyle>
          <a:p>
            <a:fld id="{719910A9-B215-E645-BE0C-450C62DB1E8F}" type="datetimeFigureOut">
              <a:rPr lang="en-US" smtClean="0"/>
              <a:t>8/20/2026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7DD6029A-A0C6-FE42-824F-60B71B69FA5C}" type="slidenum">
              <a:rPr lang="en-US" smtClean="0"/>
              <a:t>‹#›</a:t>
            </a:fld>
            <a:endParaRPr lang="en-US"/>
          </a:p>
        </p:txBody>
      </p:sp>
    </p:spTree>
    <p:extLst>
      <p:ext uri="{BB962C8B-B14F-4D97-AF65-F5344CB8AC3E}">
        <p14:creationId xmlns:p14="http://schemas.microsoft.com/office/powerpoint/2010/main" val="360265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426841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19910A9-B215-E645-BE0C-450C62DB1E8F}" type="datetimeFigureOut">
              <a:rPr lang="en-US" smtClean="0"/>
              <a:t>8/20/2026</a:t>
            </a:fld>
            <a:endParaRPr lang="en-US"/>
          </a:p>
        </p:txBody>
      </p:sp>
      <p:sp>
        <p:nvSpPr>
          <p:cNvPr id="6" name="Slide Number Placeholder 5"/>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284221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19910A9-B215-E645-BE0C-450C62DB1E8F}" type="datetimeFigureOut">
              <a:rPr lang="en-US" smtClean="0"/>
              <a:t>8/20/2026</a:t>
            </a:fld>
            <a:endParaRPr lang="en-US"/>
          </a:p>
        </p:txBody>
      </p:sp>
      <p:sp>
        <p:nvSpPr>
          <p:cNvPr id="6" name="Slide Number Placeholder 5"/>
          <p:cNvSpPr>
            <a:spLocks noGrp="1"/>
          </p:cNvSpPr>
          <p:nvPr>
            <p:ph type="sldNum" sz="quarter" idx="12"/>
          </p:nvPr>
        </p:nvSpPr>
        <p:spPr/>
        <p:txBody>
          <a:bodyPr/>
          <a:lstStyle/>
          <a:p>
            <a:fld id="{7DD6029A-A0C6-FE42-824F-60B71B69FA5C}" type="slidenum">
              <a:rPr lang="en-US" smtClean="0"/>
              <a:t>‹#›</a:t>
            </a:fld>
            <a:endParaRPr lang="en-US"/>
          </a:p>
        </p:txBody>
      </p:sp>
    </p:spTree>
    <p:extLst>
      <p:ext uri="{BB962C8B-B14F-4D97-AF65-F5344CB8AC3E}">
        <p14:creationId xmlns:p14="http://schemas.microsoft.com/office/powerpoint/2010/main" val="174372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endParaRPr lang="en-US"/>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719910A9-B215-E645-BE0C-450C62DB1E8F}" type="datetimeFigureOut">
              <a:rPr lang="en-US" smtClean="0"/>
              <a:t>8/20/2026</a:t>
            </a:fld>
            <a:endParaRPr lang="en-US"/>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7DD6029A-A0C6-FE42-824F-60B71B69FA5C}" type="slidenum">
              <a:rPr lang="en-US" smtClean="0"/>
              <a:t>‹#›</a:t>
            </a:fld>
            <a:endParaRPr lang="en-US"/>
          </a:p>
        </p:txBody>
      </p:sp>
    </p:spTree>
    <p:extLst>
      <p:ext uri="{BB962C8B-B14F-4D97-AF65-F5344CB8AC3E}">
        <p14:creationId xmlns:p14="http://schemas.microsoft.com/office/powerpoint/2010/main" val="3812005260"/>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drive.google.com/drive/folders/1Lhwc-otTHJn6owSIp19LbluUiz1N0FVe?usp=sharing"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s://business.michelinman.com/freight-transportation/freight-transportation-services/michelin-fleet-solutions" TargetMode="External"/><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gif"/><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23DC-8134-D844-6874-A6FBA33945E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0180721-0826-3279-A1B9-DC7FCE9B6F3B}"/>
              </a:ext>
            </a:extLst>
          </p:cNvPr>
          <p:cNvSpPr>
            <a:spLocks noGrp="1"/>
          </p:cNvSpPr>
          <p:nvPr>
            <p:ph idx="1"/>
          </p:nvPr>
        </p:nvSpPr>
        <p:spPr/>
        <p:txBody>
          <a:bodyPr/>
          <a:lstStyle/>
          <a:p>
            <a:r>
              <a:rPr lang="en-US" dirty="0"/>
              <a:t>Student groups</a:t>
            </a:r>
          </a:p>
          <a:p>
            <a:pPr lvl="1"/>
            <a:r>
              <a:rPr lang="en-US" dirty="0"/>
              <a:t>News Minute - </a:t>
            </a:r>
            <a:r>
              <a:rPr lang="en-US" dirty="0">
                <a:hlinkClick r:id="rId2"/>
              </a:rPr>
              <a:t>https://drive.google.com/drive/folders/1Lhwc-otTHJn6owSIp19LbluUiz1N0FVe?usp=sharing</a:t>
            </a:r>
            <a:endParaRPr lang="en-US" dirty="0"/>
          </a:p>
          <a:p>
            <a:r>
              <a:rPr lang="en-US" dirty="0"/>
              <a:t>Changes in calendar</a:t>
            </a:r>
          </a:p>
          <a:p>
            <a:pPr lvl="1"/>
            <a:r>
              <a:rPr lang="en-US" dirty="0"/>
              <a:t>Thanksgiving break week</a:t>
            </a:r>
          </a:p>
          <a:p>
            <a:r>
              <a:rPr lang="en-US" dirty="0"/>
              <a:t>Please ensure you email me regarding your absence from the class</a:t>
            </a:r>
          </a:p>
          <a:p>
            <a:r>
              <a:rPr lang="en-US" dirty="0"/>
              <a:t>Zoom link for office hours</a:t>
            </a:r>
          </a:p>
          <a:p>
            <a:r>
              <a:rPr lang="en-US" dirty="0"/>
              <a:t>I will upload slides from today</a:t>
            </a:r>
          </a:p>
          <a:p>
            <a:endParaRPr lang="en-IN" dirty="0"/>
          </a:p>
        </p:txBody>
      </p:sp>
    </p:spTree>
    <p:extLst>
      <p:ext uri="{BB962C8B-B14F-4D97-AF65-F5344CB8AC3E}">
        <p14:creationId xmlns:p14="http://schemas.microsoft.com/office/powerpoint/2010/main" val="1425413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4EE006-398F-E147-9CF2-66454FD34446}"/>
              </a:ext>
            </a:extLst>
          </p:cNvPr>
          <p:cNvSpPr txBox="1"/>
          <p:nvPr/>
        </p:nvSpPr>
        <p:spPr>
          <a:xfrm>
            <a:off x="0" y="2129587"/>
            <a:ext cx="12192000" cy="1969770"/>
          </a:xfrm>
          <a:prstGeom prst="rect">
            <a:avLst/>
          </a:prstGeom>
          <a:noFill/>
        </p:spPr>
        <p:txBody>
          <a:bodyPr wrap="square" rtlCol="0">
            <a:spAutoFit/>
          </a:bodyPr>
          <a:lstStyle/>
          <a:p>
            <a:pPr algn="ctr"/>
            <a:r>
              <a:rPr lang="en-US" sz="4400" b="1" dirty="0">
                <a:solidFill>
                  <a:srgbClr val="0B5395"/>
                </a:solidFill>
                <a:latin typeface="Garamond" panose="02020404030301010803" pitchFamily="18" charset="0"/>
              </a:rPr>
              <a:t>CHAPTER 1</a:t>
            </a:r>
          </a:p>
          <a:p>
            <a:pPr algn="ctr"/>
            <a:endParaRPr lang="en-US" sz="4000" dirty="0">
              <a:solidFill>
                <a:srgbClr val="820002"/>
              </a:solidFill>
              <a:latin typeface="Garamond" panose="02020404030301010803" pitchFamily="18" charset="0"/>
            </a:endParaRPr>
          </a:p>
          <a:p>
            <a:pPr algn="ctr"/>
            <a:r>
              <a:rPr lang="en-US" sz="3800" dirty="0">
                <a:latin typeface="Garamond" panose="02020404030301010803" pitchFamily="18" charset="0"/>
              </a:rPr>
              <a:t>Introduction to Services</a:t>
            </a:r>
          </a:p>
        </p:txBody>
      </p:sp>
    </p:spTree>
    <p:extLst>
      <p:ext uri="{BB962C8B-B14F-4D97-AF65-F5344CB8AC3E}">
        <p14:creationId xmlns:p14="http://schemas.microsoft.com/office/powerpoint/2010/main" val="358846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981200" y="227970"/>
            <a:ext cx="8229600" cy="1143000"/>
          </a:xfrm>
        </p:spPr>
        <p:txBody>
          <a:bodyPr/>
          <a:lstStyle/>
          <a:p>
            <a:pPr algn="ctr"/>
            <a:r>
              <a:rPr lang="en-US" altLang="en-US" b="1" dirty="0">
                <a:solidFill>
                  <a:srgbClr val="0B5395"/>
                </a:solidFill>
                <a:latin typeface="Garamond" panose="02020404030301010803" pitchFamily="18" charset="0"/>
              </a:rPr>
              <a:t>Chapter Overview</a:t>
            </a:r>
          </a:p>
        </p:txBody>
      </p:sp>
      <p:sp>
        <p:nvSpPr>
          <p:cNvPr id="5" name="Content Placeholder 2">
            <a:extLst>
              <a:ext uri="{FF2B5EF4-FFF2-40B4-BE49-F238E27FC236}">
                <a16:creationId xmlns:a16="http://schemas.microsoft.com/office/drawing/2014/main" id="{D1724647-207F-1346-BC45-932603259DBD}"/>
              </a:ext>
            </a:extLst>
          </p:cNvPr>
          <p:cNvSpPr>
            <a:spLocks noGrp="1"/>
          </p:cNvSpPr>
          <p:nvPr>
            <p:ph idx="1"/>
          </p:nvPr>
        </p:nvSpPr>
        <p:spPr>
          <a:xfrm>
            <a:off x="1023445" y="1744579"/>
            <a:ext cx="10145110" cy="4152354"/>
          </a:xfrm>
        </p:spPr>
        <p:txBody>
          <a:bodyPr>
            <a:noAutofit/>
          </a:bodyPr>
          <a:lstStyle/>
          <a:p>
            <a:pPr marL="457200" indent="-457200">
              <a:lnSpc>
                <a:spcPct val="100000"/>
              </a:lnSpc>
              <a:spcBef>
                <a:spcPts val="1800"/>
              </a:spcBef>
              <a:buFont typeface="+mj-lt"/>
              <a:buAutoNum type="arabicPeriod"/>
            </a:pPr>
            <a:r>
              <a:rPr lang="en-US" altLang="en-US" sz="2500" dirty="0">
                <a:latin typeface="Garamond" panose="02020404030301010803" pitchFamily="18" charset="0"/>
              </a:rPr>
              <a:t>What are services/ Classification frameworks?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Outline the basic differences between goods and services – and the resulting challenges and opportunities for service businesses.</a:t>
            </a:r>
          </a:p>
          <a:p>
            <a:pPr marL="457200" indent="-457200">
              <a:lnSpc>
                <a:spcPct val="100000"/>
              </a:lnSpc>
              <a:spcBef>
                <a:spcPts val="1800"/>
              </a:spcBef>
              <a:buFont typeface="+mj-lt"/>
              <a:buAutoNum type="arabicPeriod"/>
            </a:pPr>
            <a:r>
              <a:rPr lang="en-US" altLang="en-US" sz="2500" dirty="0">
                <a:latin typeface="Garamond" panose="02020404030301010803" pitchFamily="18" charset="0"/>
              </a:rPr>
              <a:t>Introduce the expanded marketing mix for services.</a:t>
            </a:r>
          </a:p>
        </p:txBody>
      </p:sp>
    </p:spTree>
    <p:extLst>
      <p:ext uri="{BB962C8B-B14F-4D97-AF65-F5344CB8AC3E}">
        <p14:creationId xmlns:p14="http://schemas.microsoft.com/office/powerpoint/2010/main" val="725057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B9598-07B1-AE64-8FC3-66088E71646A}"/>
              </a:ext>
            </a:extLst>
          </p:cNvPr>
          <p:cNvSpPr>
            <a:spLocks noGrp="1"/>
          </p:cNvSpPr>
          <p:nvPr>
            <p:ph type="title"/>
          </p:nvPr>
        </p:nvSpPr>
        <p:spPr/>
        <p:txBody>
          <a:bodyPr/>
          <a:lstStyle/>
          <a:p>
            <a:r>
              <a:rPr lang="en-US" dirty="0"/>
              <a:t>SERVICES	</a:t>
            </a:r>
            <a:endParaRPr lang="en-IN" dirty="0"/>
          </a:p>
        </p:txBody>
      </p:sp>
      <p:sp>
        <p:nvSpPr>
          <p:cNvPr id="4" name="Title 1">
            <a:extLst>
              <a:ext uri="{FF2B5EF4-FFF2-40B4-BE49-F238E27FC236}">
                <a16:creationId xmlns:a16="http://schemas.microsoft.com/office/drawing/2014/main" id="{162AAA96-4998-ACE4-61D2-BA0F17E60194}"/>
              </a:ext>
            </a:extLst>
          </p:cNvPr>
          <p:cNvSpPr txBox="1">
            <a:spLocks/>
          </p:cNvSpPr>
          <p:nvPr/>
        </p:nvSpPr>
        <p:spPr>
          <a:xfrm>
            <a:off x="4267200" y="1600815"/>
            <a:ext cx="28956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solidFill>
                  <a:schemeClr val="tx1"/>
                </a:solidFill>
              </a:rPr>
              <a:t>SELL</a:t>
            </a:r>
            <a:endParaRPr lang="en-IN" dirty="0">
              <a:solidFill>
                <a:schemeClr val="tx1"/>
              </a:solidFill>
            </a:endParaRPr>
          </a:p>
        </p:txBody>
      </p:sp>
      <p:sp>
        <p:nvSpPr>
          <p:cNvPr id="5" name="Title 1">
            <a:extLst>
              <a:ext uri="{FF2B5EF4-FFF2-40B4-BE49-F238E27FC236}">
                <a16:creationId xmlns:a16="http://schemas.microsoft.com/office/drawing/2014/main" id="{1F3B08ED-BD2C-B626-C7D8-8EF745BFB26D}"/>
              </a:ext>
            </a:extLst>
          </p:cNvPr>
          <p:cNvSpPr txBox="1">
            <a:spLocks/>
          </p:cNvSpPr>
          <p:nvPr/>
        </p:nvSpPr>
        <p:spPr>
          <a:xfrm>
            <a:off x="4343400" y="2743200"/>
            <a:ext cx="28956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solidFill>
                  <a:schemeClr val="tx1"/>
                </a:solidFill>
              </a:rPr>
              <a:t>BUY</a:t>
            </a:r>
            <a:endParaRPr lang="en-IN" dirty="0">
              <a:solidFill>
                <a:schemeClr val="tx1"/>
              </a:solidFill>
            </a:endParaRPr>
          </a:p>
        </p:txBody>
      </p:sp>
      <p:sp>
        <p:nvSpPr>
          <p:cNvPr id="6" name="Title 1">
            <a:extLst>
              <a:ext uri="{FF2B5EF4-FFF2-40B4-BE49-F238E27FC236}">
                <a16:creationId xmlns:a16="http://schemas.microsoft.com/office/drawing/2014/main" id="{52A53FAF-5023-01C9-1C33-8CFA2FB46EAF}"/>
              </a:ext>
            </a:extLst>
          </p:cNvPr>
          <p:cNvSpPr txBox="1">
            <a:spLocks/>
          </p:cNvSpPr>
          <p:nvPr/>
        </p:nvSpPr>
        <p:spPr>
          <a:xfrm>
            <a:off x="4322956" y="4037985"/>
            <a:ext cx="2895600" cy="11423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a:lstStyle>
          <a:p>
            <a:r>
              <a:rPr lang="en-US" dirty="0">
                <a:solidFill>
                  <a:schemeClr val="tx1"/>
                </a:solidFill>
              </a:rPr>
              <a:t>DROP</a:t>
            </a:r>
            <a:endParaRPr lang="en-IN" dirty="0">
              <a:solidFill>
                <a:schemeClr val="tx1"/>
              </a:solidFill>
            </a:endParaRPr>
          </a:p>
        </p:txBody>
      </p:sp>
      <p:pic>
        <p:nvPicPr>
          <p:cNvPr id="8" name="Graphic 7" descr="Close with solid fill">
            <a:extLst>
              <a:ext uri="{FF2B5EF4-FFF2-40B4-BE49-F238E27FC236}">
                <a16:creationId xmlns:a16="http://schemas.microsoft.com/office/drawing/2014/main" id="{9DF579E7-D8D4-C676-FB29-5F583ED058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10400" y="4290131"/>
            <a:ext cx="914400" cy="914400"/>
          </a:xfrm>
          <a:prstGeom prst="rect">
            <a:avLst/>
          </a:prstGeom>
        </p:spPr>
      </p:pic>
      <p:pic>
        <p:nvPicPr>
          <p:cNvPr id="10" name="Graphic 9" descr="Checkmark with solid fill">
            <a:extLst>
              <a:ext uri="{FF2B5EF4-FFF2-40B4-BE49-F238E27FC236}">
                <a16:creationId xmlns:a16="http://schemas.microsoft.com/office/drawing/2014/main" id="{20F2F68B-DD64-9135-1A4E-6340864194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14117" y="1941753"/>
            <a:ext cx="914400" cy="914400"/>
          </a:xfrm>
          <a:prstGeom prst="rect">
            <a:avLst/>
          </a:prstGeom>
        </p:spPr>
      </p:pic>
      <p:pic>
        <p:nvPicPr>
          <p:cNvPr id="11" name="Graphic 10" descr="Checkmark with solid fill">
            <a:extLst>
              <a:ext uri="{FF2B5EF4-FFF2-40B4-BE49-F238E27FC236}">
                <a16:creationId xmlns:a16="http://schemas.microsoft.com/office/drawing/2014/main" id="{10846370-C494-3132-346A-5E86ADD3C3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10400" y="2997512"/>
            <a:ext cx="914400" cy="914400"/>
          </a:xfrm>
          <a:prstGeom prst="rect">
            <a:avLst/>
          </a:prstGeom>
        </p:spPr>
      </p:pic>
    </p:spTree>
    <p:extLst>
      <p:ext uri="{BB962C8B-B14F-4D97-AF65-F5344CB8AC3E}">
        <p14:creationId xmlns:p14="http://schemas.microsoft.com/office/powerpoint/2010/main" val="2292897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40A6-B897-163C-246B-C6A88F23F91A}"/>
              </a:ext>
            </a:extLst>
          </p:cNvPr>
          <p:cNvSpPr>
            <a:spLocks noGrp="1"/>
          </p:cNvSpPr>
          <p:nvPr>
            <p:ph type="title"/>
          </p:nvPr>
        </p:nvSpPr>
        <p:spPr/>
        <p:txBody>
          <a:bodyPr/>
          <a:lstStyle/>
          <a:p>
            <a:r>
              <a:rPr lang="en-US" dirty="0"/>
              <a:t>Classifying services</a:t>
            </a:r>
            <a:endParaRPr lang="en-IN" dirty="0"/>
          </a:p>
        </p:txBody>
      </p:sp>
      <p:sp>
        <p:nvSpPr>
          <p:cNvPr id="4" name="Text Placeholder 3">
            <a:extLst>
              <a:ext uri="{FF2B5EF4-FFF2-40B4-BE49-F238E27FC236}">
                <a16:creationId xmlns:a16="http://schemas.microsoft.com/office/drawing/2014/main" id="{179C9069-3F9D-0DC5-5823-97C99602EFDC}"/>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97233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4CD63-EED1-E127-8FE4-B93256FF8325}"/>
              </a:ext>
            </a:extLst>
          </p:cNvPr>
          <p:cNvSpPr>
            <a:spLocks noGrp="1"/>
          </p:cNvSpPr>
          <p:nvPr>
            <p:ph type="title"/>
          </p:nvPr>
        </p:nvSpPr>
        <p:spPr/>
        <p:txBody>
          <a:bodyPr/>
          <a:lstStyle/>
          <a:p>
            <a:r>
              <a:rPr lang="en-US" dirty="0"/>
              <a:t>NON-OWNERSHIP FRAMEWORK: A key determinant of service offering</a:t>
            </a:r>
            <a:endParaRPr lang="en-IN" dirty="0"/>
          </a:p>
        </p:txBody>
      </p:sp>
      <p:graphicFrame>
        <p:nvGraphicFramePr>
          <p:cNvPr id="5" name="Diagram 4">
            <a:extLst>
              <a:ext uri="{FF2B5EF4-FFF2-40B4-BE49-F238E27FC236}">
                <a16:creationId xmlns:a16="http://schemas.microsoft.com/office/drawing/2014/main" id="{A7838F9D-A493-B802-2EF1-7CC53D122814}"/>
              </a:ext>
            </a:extLst>
          </p:cNvPr>
          <p:cNvGraphicFramePr/>
          <p:nvPr>
            <p:extLst>
              <p:ext uri="{D42A27DB-BD31-4B8C-83A1-F6EECF244321}">
                <p14:modId xmlns:p14="http://schemas.microsoft.com/office/powerpoint/2010/main" val="3552806062"/>
              </p:ext>
            </p:extLst>
          </p:nvPr>
        </p:nvGraphicFramePr>
        <p:xfrm>
          <a:off x="304800" y="2057400"/>
          <a:ext cx="12192000" cy="3886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peech Bubble: Rectangle with Corners Rounded 5">
            <a:extLst>
              <a:ext uri="{FF2B5EF4-FFF2-40B4-BE49-F238E27FC236}">
                <a16:creationId xmlns:a16="http://schemas.microsoft.com/office/drawing/2014/main" id="{1794956A-EB0B-C344-3CE6-0C91E546A2EF}"/>
              </a:ext>
            </a:extLst>
          </p:cNvPr>
          <p:cNvSpPr/>
          <p:nvPr/>
        </p:nvSpPr>
        <p:spPr>
          <a:xfrm>
            <a:off x="10110439" y="1828800"/>
            <a:ext cx="1752600" cy="685800"/>
          </a:xfrm>
          <a:prstGeom prst="wedgeRoundRectCallout">
            <a:avLst>
              <a:gd name="adj1" fmla="val -104820"/>
              <a:gd name="adj2" fmla="val 3302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Car Repair</a:t>
            </a:r>
            <a:endParaRPr lang="en-IN" dirty="0"/>
          </a:p>
        </p:txBody>
      </p:sp>
      <p:sp>
        <p:nvSpPr>
          <p:cNvPr id="7" name="Speech Bubble: Rectangle with Corners Rounded 6">
            <a:extLst>
              <a:ext uri="{FF2B5EF4-FFF2-40B4-BE49-F238E27FC236}">
                <a16:creationId xmlns:a16="http://schemas.microsoft.com/office/drawing/2014/main" id="{1CB29B31-D61C-3466-7C47-9850F3B6EA84}"/>
              </a:ext>
            </a:extLst>
          </p:cNvPr>
          <p:cNvSpPr/>
          <p:nvPr/>
        </p:nvSpPr>
        <p:spPr>
          <a:xfrm>
            <a:off x="0" y="4449336"/>
            <a:ext cx="1752600" cy="914400"/>
          </a:xfrm>
          <a:prstGeom prst="wedgeRoundRectCallout">
            <a:avLst>
              <a:gd name="adj1" fmla="val 87969"/>
              <a:gd name="adj2" fmla="val -8080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Boats, Construction equipment</a:t>
            </a:r>
            <a:endParaRPr lang="en-IN" dirty="0"/>
          </a:p>
        </p:txBody>
      </p:sp>
      <p:sp>
        <p:nvSpPr>
          <p:cNvPr id="8" name="Speech Bubble: Rectangle with Corners Rounded 7">
            <a:extLst>
              <a:ext uri="{FF2B5EF4-FFF2-40B4-BE49-F238E27FC236}">
                <a16:creationId xmlns:a16="http://schemas.microsoft.com/office/drawing/2014/main" id="{5E3FAC6F-A760-C949-E6D7-8DC721C760DC}"/>
              </a:ext>
            </a:extLst>
          </p:cNvPr>
          <p:cNvSpPr/>
          <p:nvPr/>
        </p:nvSpPr>
        <p:spPr>
          <a:xfrm>
            <a:off x="568452" y="5715000"/>
            <a:ext cx="2209800" cy="914400"/>
          </a:xfrm>
          <a:prstGeom prst="wedgeRoundRectCallout">
            <a:avLst>
              <a:gd name="adj1" fmla="val 137290"/>
              <a:gd name="adj2" fmla="val -24055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 seat in an airline, a storage container</a:t>
            </a:r>
            <a:endParaRPr lang="en-IN" dirty="0"/>
          </a:p>
        </p:txBody>
      </p:sp>
      <p:sp>
        <p:nvSpPr>
          <p:cNvPr id="9" name="Speech Bubble: Rectangle with Corners Rounded 8">
            <a:extLst>
              <a:ext uri="{FF2B5EF4-FFF2-40B4-BE49-F238E27FC236}">
                <a16:creationId xmlns:a16="http://schemas.microsoft.com/office/drawing/2014/main" id="{D90BBF30-C95A-8583-40F7-E6FAF50B858A}"/>
              </a:ext>
            </a:extLst>
          </p:cNvPr>
          <p:cNvSpPr/>
          <p:nvPr/>
        </p:nvSpPr>
        <p:spPr>
          <a:xfrm>
            <a:off x="10020300" y="4919546"/>
            <a:ext cx="1752600" cy="914400"/>
          </a:xfrm>
          <a:prstGeom prst="wedgeRoundRectCallout">
            <a:avLst>
              <a:gd name="adj1" fmla="val -79370"/>
              <a:gd name="adj2" fmla="val -11372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Theme park</a:t>
            </a:r>
            <a:endParaRPr lang="en-IN" dirty="0"/>
          </a:p>
        </p:txBody>
      </p:sp>
      <p:sp>
        <p:nvSpPr>
          <p:cNvPr id="10" name="Speech Bubble: Rectangle with Corners Rounded 9">
            <a:extLst>
              <a:ext uri="{FF2B5EF4-FFF2-40B4-BE49-F238E27FC236}">
                <a16:creationId xmlns:a16="http://schemas.microsoft.com/office/drawing/2014/main" id="{A502E701-F19D-D561-BAA4-09EDCB874AA5}"/>
              </a:ext>
            </a:extLst>
          </p:cNvPr>
          <p:cNvSpPr/>
          <p:nvPr/>
        </p:nvSpPr>
        <p:spPr>
          <a:xfrm>
            <a:off x="7696200" y="5896947"/>
            <a:ext cx="2324100" cy="914400"/>
          </a:xfrm>
          <a:prstGeom prst="wedgeRoundRectCallout">
            <a:avLst>
              <a:gd name="adj1" fmla="val -71099"/>
              <a:gd name="adj2" fmla="val -7958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Banking, Social network</a:t>
            </a:r>
            <a:endParaRPr lang="en-IN" dirty="0"/>
          </a:p>
        </p:txBody>
      </p:sp>
      <p:sp>
        <p:nvSpPr>
          <p:cNvPr id="3" name="Rectangle 2">
            <a:extLst>
              <a:ext uri="{FF2B5EF4-FFF2-40B4-BE49-F238E27FC236}">
                <a16:creationId xmlns:a16="http://schemas.microsoft.com/office/drawing/2014/main" id="{F917CC4E-5B83-F889-4897-559E92A9BCD2}"/>
              </a:ext>
            </a:extLst>
          </p:cNvPr>
          <p:cNvSpPr/>
          <p:nvPr/>
        </p:nvSpPr>
        <p:spPr>
          <a:xfrm>
            <a:off x="3502152" y="2057400"/>
            <a:ext cx="4425696" cy="914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28829D7-6EBF-B751-9FF2-C57BCF17D93F}"/>
              </a:ext>
            </a:extLst>
          </p:cNvPr>
          <p:cNvSpPr/>
          <p:nvPr/>
        </p:nvSpPr>
        <p:spPr>
          <a:xfrm>
            <a:off x="1524000" y="3352800"/>
            <a:ext cx="9067800" cy="10933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E1641CB-85CB-E9A4-B16C-95BD6D9E135F}"/>
              </a:ext>
            </a:extLst>
          </p:cNvPr>
          <p:cNvSpPr/>
          <p:nvPr/>
        </p:nvSpPr>
        <p:spPr>
          <a:xfrm>
            <a:off x="3502152" y="4647133"/>
            <a:ext cx="4425696" cy="12170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054F4A0D-7336-2300-D4F2-F4C3057195C5}"/>
              </a:ext>
            </a:extLst>
          </p:cNvPr>
          <p:cNvSpPr/>
          <p:nvPr/>
        </p:nvSpPr>
        <p:spPr>
          <a:xfrm>
            <a:off x="1219200" y="3200400"/>
            <a:ext cx="9829800" cy="13370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B918D181-FF7C-E561-BFE9-A946BC51E985}"/>
              </a:ext>
            </a:extLst>
          </p:cNvPr>
          <p:cNvSpPr/>
          <p:nvPr/>
        </p:nvSpPr>
        <p:spPr>
          <a:xfrm>
            <a:off x="9791700" y="106377"/>
            <a:ext cx="2209800" cy="6096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 1</a:t>
            </a:r>
            <a:endParaRPr lang="en-IN" dirty="0"/>
          </a:p>
        </p:txBody>
      </p:sp>
    </p:spTree>
    <p:extLst>
      <p:ext uri="{BB962C8B-B14F-4D97-AF65-F5344CB8AC3E}">
        <p14:creationId xmlns:p14="http://schemas.microsoft.com/office/powerpoint/2010/main" val="1420750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7AD8-1A61-5579-DF0C-28F61C85DC71}"/>
              </a:ext>
            </a:extLst>
          </p:cNvPr>
          <p:cNvSpPr>
            <a:spLocks noGrp="1"/>
          </p:cNvSpPr>
          <p:nvPr>
            <p:ph type="title"/>
          </p:nvPr>
        </p:nvSpPr>
        <p:spPr/>
        <p:txBody>
          <a:bodyPr/>
          <a:lstStyle/>
          <a:p>
            <a:r>
              <a:rPr lang="en-US" dirty="0"/>
              <a:t>How do services sell expertise?</a:t>
            </a:r>
            <a:endParaRPr lang="en-IN" dirty="0"/>
          </a:p>
        </p:txBody>
      </p:sp>
      <p:sp>
        <p:nvSpPr>
          <p:cNvPr id="3" name="Content Placeholder 2">
            <a:extLst>
              <a:ext uri="{FF2B5EF4-FFF2-40B4-BE49-F238E27FC236}">
                <a16:creationId xmlns:a16="http://schemas.microsoft.com/office/drawing/2014/main" id="{850655B0-D900-2F8C-5C43-8AF7F09F3170}"/>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44645A83-4C95-7DFC-0ED4-A5D8AD6117C5}"/>
              </a:ext>
            </a:extLst>
          </p:cNvPr>
          <p:cNvSpPr>
            <a:spLocks noGrp="1"/>
          </p:cNvSpPr>
          <p:nvPr>
            <p:ph sz="half" idx="2"/>
          </p:nvPr>
        </p:nvSpPr>
        <p:spPr/>
        <p:txBody>
          <a:bodyPr/>
          <a:lstStyle/>
          <a:p>
            <a:endParaRPr lang="en-IN"/>
          </a:p>
        </p:txBody>
      </p:sp>
      <p:pic>
        <p:nvPicPr>
          <p:cNvPr id="5" name="Picture 4">
            <a:extLst>
              <a:ext uri="{FF2B5EF4-FFF2-40B4-BE49-F238E27FC236}">
                <a16:creationId xmlns:a16="http://schemas.microsoft.com/office/drawing/2014/main" id="{BF06C2E2-402B-CE92-52F4-7F28D29F53AA}"/>
              </a:ext>
            </a:extLst>
          </p:cNvPr>
          <p:cNvPicPr>
            <a:picLocks noChangeAspect="1"/>
          </p:cNvPicPr>
          <p:nvPr/>
        </p:nvPicPr>
        <p:blipFill>
          <a:blip r:embed="rId2"/>
          <a:stretch>
            <a:fillRect/>
          </a:stretch>
        </p:blipFill>
        <p:spPr>
          <a:xfrm>
            <a:off x="345398" y="1981199"/>
            <a:ext cx="4980423" cy="3869798"/>
          </a:xfrm>
          <a:prstGeom prst="rect">
            <a:avLst/>
          </a:prstGeom>
        </p:spPr>
      </p:pic>
      <p:pic>
        <p:nvPicPr>
          <p:cNvPr id="6" name="Picture 5">
            <a:extLst>
              <a:ext uri="{FF2B5EF4-FFF2-40B4-BE49-F238E27FC236}">
                <a16:creationId xmlns:a16="http://schemas.microsoft.com/office/drawing/2014/main" id="{EBD2AC23-5736-46CF-09A7-1B04FA760E91}"/>
              </a:ext>
            </a:extLst>
          </p:cNvPr>
          <p:cNvPicPr>
            <a:picLocks noChangeAspect="1"/>
          </p:cNvPicPr>
          <p:nvPr/>
        </p:nvPicPr>
        <p:blipFill>
          <a:blip r:embed="rId3"/>
          <a:stretch>
            <a:fillRect/>
          </a:stretch>
        </p:blipFill>
        <p:spPr>
          <a:xfrm>
            <a:off x="5894173" y="2209800"/>
            <a:ext cx="6038601" cy="3006573"/>
          </a:xfrm>
          <a:prstGeom prst="rect">
            <a:avLst/>
          </a:prstGeom>
        </p:spPr>
      </p:pic>
    </p:spTree>
    <p:extLst>
      <p:ext uri="{BB962C8B-B14F-4D97-AF65-F5344CB8AC3E}">
        <p14:creationId xmlns:p14="http://schemas.microsoft.com/office/powerpoint/2010/main" val="214710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0BF1A-64D6-4A59-11FA-5BC6A4980427}"/>
              </a:ext>
            </a:extLst>
          </p:cNvPr>
          <p:cNvSpPr>
            <a:spLocks noGrp="1"/>
          </p:cNvSpPr>
          <p:nvPr>
            <p:ph type="title"/>
          </p:nvPr>
        </p:nvSpPr>
        <p:spPr/>
        <p:txBody>
          <a:bodyPr/>
          <a:lstStyle/>
          <a:p>
            <a:r>
              <a:rPr lang="en-US" dirty="0"/>
              <a:t>A process-based framework: Categories of services</a:t>
            </a:r>
            <a:endParaRPr lang="en-IN" dirty="0"/>
          </a:p>
        </p:txBody>
      </p:sp>
      <p:sp>
        <p:nvSpPr>
          <p:cNvPr id="5" name="Rectangle 4">
            <a:extLst>
              <a:ext uri="{FF2B5EF4-FFF2-40B4-BE49-F238E27FC236}">
                <a16:creationId xmlns:a16="http://schemas.microsoft.com/office/drawing/2014/main" id="{0EFFF5AA-B6DA-7A4A-0CB0-1C8FC6EA3C66}"/>
              </a:ext>
            </a:extLst>
          </p:cNvPr>
          <p:cNvSpPr/>
          <p:nvPr/>
        </p:nvSpPr>
        <p:spPr>
          <a:xfrm>
            <a:off x="4408449" y="3008971"/>
            <a:ext cx="2514600" cy="137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6FC6"/>
                </a:solidFill>
              </a:rPr>
              <a:t>People processing</a:t>
            </a:r>
            <a:endParaRPr lang="en-IN" dirty="0">
              <a:solidFill>
                <a:srgbClr val="0F6FC6"/>
              </a:solidFill>
            </a:endParaRPr>
          </a:p>
        </p:txBody>
      </p:sp>
      <p:sp>
        <p:nvSpPr>
          <p:cNvPr id="6" name="Rectangle 5">
            <a:extLst>
              <a:ext uri="{FF2B5EF4-FFF2-40B4-BE49-F238E27FC236}">
                <a16:creationId xmlns:a16="http://schemas.microsoft.com/office/drawing/2014/main" id="{83C7EE80-D3BC-B047-D3D3-1E63337B715B}"/>
              </a:ext>
            </a:extLst>
          </p:cNvPr>
          <p:cNvSpPr/>
          <p:nvPr/>
        </p:nvSpPr>
        <p:spPr>
          <a:xfrm>
            <a:off x="7843024" y="2984810"/>
            <a:ext cx="2514600" cy="137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6FC6"/>
                </a:solidFill>
              </a:rPr>
              <a:t>Possession processing</a:t>
            </a:r>
            <a:endParaRPr lang="en-IN" dirty="0">
              <a:solidFill>
                <a:srgbClr val="0F6FC6"/>
              </a:solidFill>
            </a:endParaRPr>
          </a:p>
        </p:txBody>
      </p:sp>
      <p:sp>
        <p:nvSpPr>
          <p:cNvPr id="7" name="Rectangle 6">
            <a:extLst>
              <a:ext uri="{FF2B5EF4-FFF2-40B4-BE49-F238E27FC236}">
                <a16:creationId xmlns:a16="http://schemas.microsoft.com/office/drawing/2014/main" id="{82DCB78A-FD79-551E-24A0-67EC4AFF7482}"/>
              </a:ext>
            </a:extLst>
          </p:cNvPr>
          <p:cNvSpPr/>
          <p:nvPr/>
        </p:nvSpPr>
        <p:spPr>
          <a:xfrm>
            <a:off x="4408449" y="4724400"/>
            <a:ext cx="2514600" cy="137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6FC6"/>
                </a:solidFill>
              </a:rPr>
              <a:t>Mental stimulus processing</a:t>
            </a:r>
            <a:endParaRPr lang="en-IN" dirty="0">
              <a:solidFill>
                <a:srgbClr val="0F6FC6"/>
              </a:solidFill>
            </a:endParaRPr>
          </a:p>
        </p:txBody>
      </p:sp>
      <p:sp>
        <p:nvSpPr>
          <p:cNvPr id="8" name="Rectangle 7">
            <a:extLst>
              <a:ext uri="{FF2B5EF4-FFF2-40B4-BE49-F238E27FC236}">
                <a16:creationId xmlns:a16="http://schemas.microsoft.com/office/drawing/2014/main" id="{9E16D95E-E608-F5EB-54BE-F35F3DE14474}"/>
              </a:ext>
            </a:extLst>
          </p:cNvPr>
          <p:cNvSpPr/>
          <p:nvPr/>
        </p:nvSpPr>
        <p:spPr>
          <a:xfrm>
            <a:off x="7848600" y="4661634"/>
            <a:ext cx="2514600" cy="1371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6FC6"/>
                </a:solidFill>
              </a:rPr>
              <a:t>Information </a:t>
            </a:r>
          </a:p>
          <a:p>
            <a:pPr algn="ctr"/>
            <a:r>
              <a:rPr lang="en-US" dirty="0">
                <a:solidFill>
                  <a:srgbClr val="0F6FC6"/>
                </a:solidFill>
              </a:rPr>
              <a:t>processing</a:t>
            </a:r>
            <a:endParaRPr lang="en-IN" dirty="0">
              <a:solidFill>
                <a:srgbClr val="0F6FC6"/>
              </a:solidFill>
            </a:endParaRPr>
          </a:p>
        </p:txBody>
      </p:sp>
      <p:sp>
        <p:nvSpPr>
          <p:cNvPr id="10" name="TextBox 9">
            <a:extLst>
              <a:ext uri="{FF2B5EF4-FFF2-40B4-BE49-F238E27FC236}">
                <a16:creationId xmlns:a16="http://schemas.microsoft.com/office/drawing/2014/main" id="{A274002A-6038-9E60-4D28-71F4011457FE}"/>
              </a:ext>
            </a:extLst>
          </p:cNvPr>
          <p:cNvSpPr txBox="1"/>
          <p:nvPr/>
        </p:nvSpPr>
        <p:spPr>
          <a:xfrm>
            <a:off x="1599271" y="5243266"/>
            <a:ext cx="2814754" cy="461665"/>
          </a:xfrm>
          <a:prstGeom prst="rect">
            <a:avLst/>
          </a:prstGeom>
          <a:noFill/>
        </p:spPr>
        <p:txBody>
          <a:bodyPr wrap="square">
            <a:spAutoFit/>
          </a:bodyPr>
          <a:lstStyle/>
          <a:p>
            <a:r>
              <a:rPr lang="en-US" sz="2400" dirty="0"/>
              <a:t>Intangible action</a:t>
            </a:r>
            <a:endParaRPr lang="en-IN" sz="1400" dirty="0"/>
          </a:p>
        </p:txBody>
      </p:sp>
      <p:sp>
        <p:nvSpPr>
          <p:cNvPr id="11" name="TextBox 10">
            <a:extLst>
              <a:ext uri="{FF2B5EF4-FFF2-40B4-BE49-F238E27FC236}">
                <a16:creationId xmlns:a16="http://schemas.microsoft.com/office/drawing/2014/main" id="{9C9B6DB4-0F5C-E1FE-9D76-D343EF361949}"/>
              </a:ext>
            </a:extLst>
          </p:cNvPr>
          <p:cNvSpPr txBox="1"/>
          <p:nvPr/>
        </p:nvSpPr>
        <p:spPr>
          <a:xfrm>
            <a:off x="1599271" y="3502480"/>
            <a:ext cx="2814754" cy="461665"/>
          </a:xfrm>
          <a:prstGeom prst="rect">
            <a:avLst/>
          </a:prstGeom>
          <a:noFill/>
        </p:spPr>
        <p:txBody>
          <a:bodyPr wrap="square">
            <a:spAutoFit/>
          </a:bodyPr>
          <a:lstStyle/>
          <a:p>
            <a:r>
              <a:rPr lang="en-US" sz="2400" dirty="0"/>
              <a:t>Tangibility action</a:t>
            </a:r>
            <a:endParaRPr lang="en-IN" sz="1400" dirty="0"/>
          </a:p>
        </p:txBody>
      </p:sp>
      <p:sp>
        <p:nvSpPr>
          <p:cNvPr id="12" name="TextBox 11">
            <a:extLst>
              <a:ext uri="{FF2B5EF4-FFF2-40B4-BE49-F238E27FC236}">
                <a16:creationId xmlns:a16="http://schemas.microsoft.com/office/drawing/2014/main" id="{B0DF9C0C-8225-D327-3A30-B4A08F62758C}"/>
              </a:ext>
            </a:extLst>
          </p:cNvPr>
          <p:cNvSpPr txBox="1"/>
          <p:nvPr/>
        </p:nvSpPr>
        <p:spPr>
          <a:xfrm>
            <a:off x="4955788" y="2389316"/>
            <a:ext cx="2814754" cy="461665"/>
          </a:xfrm>
          <a:prstGeom prst="rect">
            <a:avLst/>
          </a:prstGeom>
          <a:noFill/>
        </p:spPr>
        <p:txBody>
          <a:bodyPr wrap="square">
            <a:spAutoFit/>
          </a:bodyPr>
          <a:lstStyle/>
          <a:p>
            <a:r>
              <a:rPr lang="en-US" sz="2400" dirty="0"/>
              <a:t>People</a:t>
            </a:r>
            <a:endParaRPr lang="en-IN" sz="1400" dirty="0"/>
          </a:p>
        </p:txBody>
      </p:sp>
      <p:sp>
        <p:nvSpPr>
          <p:cNvPr id="13" name="TextBox 12">
            <a:extLst>
              <a:ext uri="{FF2B5EF4-FFF2-40B4-BE49-F238E27FC236}">
                <a16:creationId xmlns:a16="http://schemas.microsoft.com/office/drawing/2014/main" id="{1EAB3371-E0FF-7241-79E4-D642B727CA1E}"/>
              </a:ext>
            </a:extLst>
          </p:cNvPr>
          <p:cNvSpPr txBox="1"/>
          <p:nvPr/>
        </p:nvSpPr>
        <p:spPr>
          <a:xfrm>
            <a:off x="8305800" y="2389316"/>
            <a:ext cx="2814754" cy="461665"/>
          </a:xfrm>
          <a:prstGeom prst="rect">
            <a:avLst/>
          </a:prstGeom>
          <a:noFill/>
        </p:spPr>
        <p:txBody>
          <a:bodyPr wrap="square">
            <a:spAutoFit/>
          </a:bodyPr>
          <a:lstStyle/>
          <a:p>
            <a:r>
              <a:rPr lang="en-US" sz="2400" dirty="0"/>
              <a:t>Possession</a:t>
            </a:r>
            <a:endParaRPr lang="en-IN" sz="1400" dirty="0"/>
          </a:p>
        </p:txBody>
      </p:sp>
      <p:sp>
        <p:nvSpPr>
          <p:cNvPr id="14" name="TextBox 13">
            <a:extLst>
              <a:ext uri="{FF2B5EF4-FFF2-40B4-BE49-F238E27FC236}">
                <a16:creationId xmlns:a16="http://schemas.microsoft.com/office/drawing/2014/main" id="{EC1B6683-C3B5-D1B7-5381-312EB40F76E5}"/>
              </a:ext>
            </a:extLst>
          </p:cNvPr>
          <p:cNvSpPr txBox="1"/>
          <p:nvPr/>
        </p:nvSpPr>
        <p:spPr>
          <a:xfrm>
            <a:off x="430843" y="2451834"/>
            <a:ext cx="3442348" cy="830997"/>
          </a:xfrm>
          <a:prstGeom prst="rect">
            <a:avLst/>
          </a:prstGeom>
          <a:noFill/>
          <a:ln>
            <a:solidFill>
              <a:schemeClr val="accent1">
                <a:lumMod val="75000"/>
              </a:schemeClr>
            </a:solidFill>
          </a:ln>
        </p:spPr>
        <p:txBody>
          <a:bodyPr wrap="square">
            <a:spAutoFit/>
          </a:bodyPr>
          <a:lstStyle/>
          <a:p>
            <a:r>
              <a:rPr lang="en-US" sz="2400" dirty="0"/>
              <a:t>What is the nature of the service act?</a:t>
            </a:r>
            <a:endParaRPr lang="en-IN" sz="1400" dirty="0"/>
          </a:p>
        </p:txBody>
      </p:sp>
      <p:sp>
        <p:nvSpPr>
          <p:cNvPr id="15" name="TextBox 14">
            <a:extLst>
              <a:ext uri="{FF2B5EF4-FFF2-40B4-BE49-F238E27FC236}">
                <a16:creationId xmlns:a16="http://schemas.microsoft.com/office/drawing/2014/main" id="{BEF0787E-1A4F-CF13-2222-B6624CF22758}"/>
              </a:ext>
            </a:extLst>
          </p:cNvPr>
          <p:cNvSpPr txBox="1"/>
          <p:nvPr/>
        </p:nvSpPr>
        <p:spPr>
          <a:xfrm>
            <a:off x="4348641" y="1509083"/>
            <a:ext cx="6988765" cy="830997"/>
          </a:xfrm>
          <a:prstGeom prst="rect">
            <a:avLst/>
          </a:prstGeom>
          <a:noFill/>
          <a:ln>
            <a:solidFill>
              <a:schemeClr val="accent1">
                <a:lumMod val="75000"/>
              </a:schemeClr>
            </a:solidFill>
          </a:ln>
        </p:spPr>
        <p:txBody>
          <a:bodyPr wrap="square">
            <a:spAutoFit/>
          </a:bodyPr>
          <a:lstStyle/>
          <a:p>
            <a:r>
              <a:rPr lang="en-US" sz="2400" dirty="0"/>
              <a:t>Who/ What is the Direct Recipient of the Service?</a:t>
            </a:r>
            <a:endParaRPr lang="en-IN" sz="1400" dirty="0"/>
          </a:p>
        </p:txBody>
      </p:sp>
      <p:sp>
        <p:nvSpPr>
          <p:cNvPr id="3" name="Rectangle: Rounded Corners 2">
            <a:extLst>
              <a:ext uri="{FF2B5EF4-FFF2-40B4-BE49-F238E27FC236}">
                <a16:creationId xmlns:a16="http://schemas.microsoft.com/office/drawing/2014/main" id="{1487FBE5-380F-EE29-EE4E-F49FE14F44F9}"/>
              </a:ext>
            </a:extLst>
          </p:cNvPr>
          <p:cNvSpPr/>
          <p:nvPr/>
        </p:nvSpPr>
        <p:spPr>
          <a:xfrm>
            <a:off x="9791700" y="106377"/>
            <a:ext cx="2209800" cy="6096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 2</a:t>
            </a:r>
            <a:endParaRPr lang="en-IN" dirty="0"/>
          </a:p>
        </p:txBody>
      </p:sp>
    </p:spTree>
    <p:extLst>
      <p:ext uri="{BB962C8B-B14F-4D97-AF65-F5344CB8AC3E}">
        <p14:creationId xmlns:p14="http://schemas.microsoft.com/office/powerpoint/2010/main" val="232669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grpId="1" nodeType="clickEffect">
                                  <p:stCondLst>
                                    <p:cond delay="0"/>
                                  </p:stCondLst>
                                  <p:childTnLst>
                                    <p:animClr clrSpc="rgb" dir="cw">
                                      <p:cBhvr override="childStyle">
                                        <p:cTn id="26" dur="2000" fill="hold"/>
                                        <p:tgtEl>
                                          <p:spTgt spid="5"/>
                                        </p:tgtEl>
                                        <p:attrNameLst>
                                          <p:attrName>style.color</p:attrName>
                                        </p:attrNameLst>
                                      </p:cBhvr>
                                      <p:to>
                                        <a:srgbClr val="FFFFFF"/>
                                      </p:to>
                                    </p:animClr>
                                  </p:childTnLst>
                                </p:cTn>
                              </p:par>
                              <p:par>
                                <p:cTn id="27" presetID="3" presetClass="emph" presetSubtype="2" fill="hold" grpId="1" nodeType="withEffect">
                                  <p:stCondLst>
                                    <p:cond delay="0"/>
                                  </p:stCondLst>
                                  <p:childTnLst>
                                    <p:animClr clrSpc="rgb" dir="cw">
                                      <p:cBhvr override="childStyle">
                                        <p:cTn id="28" dur="2000" fill="hold"/>
                                        <p:tgtEl>
                                          <p:spTgt spid="6"/>
                                        </p:tgtEl>
                                        <p:attrNameLst>
                                          <p:attrName>style.color</p:attrName>
                                        </p:attrNameLst>
                                      </p:cBhvr>
                                      <p:to>
                                        <a:srgbClr val="FFFFFF"/>
                                      </p:to>
                                    </p:animClr>
                                  </p:childTnLst>
                                </p:cTn>
                              </p:par>
                              <p:par>
                                <p:cTn id="29" presetID="3" presetClass="emph" presetSubtype="2" fill="hold" grpId="1" nodeType="withEffect">
                                  <p:stCondLst>
                                    <p:cond delay="0"/>
                                  </p:stCondLst>
                                  <p:childTnLst>
                                    <p:animClr clrSpc="rgb" dir="cw">
                                      <p:cBhvr override="childStyle">
                                        <p:cTn id="30" dur="2000" fill="hold"/>
                                        <p:tgtEl>
                                          <p:spTgt spid="7"/>
                                        </p:tgtEl>
                                        <p:attrNameLst>
                                          <p:attrName>style.color</p:attrName>
                                        </p:attrNameLst>
                                      </p:cBhvr>
                                      <p:to>
                                        <a:srgbClr val="FFFFFF"/>
                                      </p:to>
                                    </p:animClr>
                                  </p:childTnLst>
                                </p:cTn>
                              </p:par>
                              <p:par>
                                <p:cTn id="31" presetID="3" presetClass="emph" presetSubtype="2" fill="hold" grpId="1" nodeType="withEffect">
                                  <p:stCondLst>
                                    <p:cond delay="0"/>
                                  </p:stCondLst>
                                  <p:childTnLst>
                                    <p:animClr clrSpc="rgb" dir="cw">
                                      <p:cBhvr override="childStyle">
                                        <p:cTn id="32" dur="2000" fill="hold"/>
                                        <p:tgtEl>
                                          <p:spTgt spid="8"/>
                                        </p:tgtEl>
                                        <p:attrNameLst>
                                          <p:attrName>style.color</p:attrName>
                                        </p:attrNameLst>
                                      </p:cBhvr>
                                      <p:to>
                                        <a:srgbClr val="FFFFFF"/>
                                      </p:to>
                                    </p:animClr>
                                  </p:childTnLst>
                                </p:cTn>
                              </p:par>
                              <p:par>
                                <p:cTn id="33" presetID="10"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F499-FACF-4BB8-523D-49599884F688}"/>
              </a:ext>
            </a:extLst>
          </p:cNvPr>
          <p:cNvSpPr>
            <a:spLocks noGrp="1"/>
          </p:cNvSpPr>
          <p:nvPr>
            <p:ph type="title"/>
          </p:nvPr>
        </p:nvSpPr>
        <p:spPr/>
        <p:txBody>
          <a:bodyPr/>
          <a:lstStyle/>
          <a:p>
            <a:r>
              <a:rPr lang="en-US" dirty="0"/>
              <a:t>Guess the category?</a:t>
            </a:r>
            <a:endParaRPr lang="en-IN" dirty="0"/>
          </a:p>
        </p:txBody>
      </p:sp>
      <p:pic>
        <p:nvPicPr>
          <p:cNvPr id="5" name="Picture 4">
            <a:extLst>
              <a:ext uri="{FF2B5EF4-FFF2-40B4-BE49-F238E27FC236}">
                <a16:creationId xmlns:a16="http://schemas.microsoft.com/office/drawing/2014/main" id="{8DEB44C6-7E5D-8F67-80A5-6122A75B4885}"/>
              </a:ext>
            </a:extLst>
          </p:cNvPr>
          <p:cNvPicPr>
            <a:picLocks noChangeAspect="1"/>
          </p:cNvPicPr>
          <p:nvPr/>
        </p:nvPicPr>
        <p:blipFill>
          <a:blip r:embed="rId2"/>
          <a:stretch>
            <a:fillRect/>
          </a:stretch>
        </p:blipFill>
        <p:spPr>
          <a:xfrm>
            <a:off x="498328" y="1832958"/>
            <a:ext cx="4077930" cy="2092800"/>
          </a:xfrm>
          <a:prstGeom prst="rect">
            <a:avLst/>
          </a:prstGeom>
        </p:spPr>
      </p:pic>
      <p:pic>
        <p:nvPicPr>
          <p:cNvPr id="6" name="Picture 5">
            <a:extLst>
              <a:ext uri="{FF2B5EF4-FFF2-40B4-BE49-F238E27FC236}">
                <a16:creationId xmlns:a16="http://schemas.microsoft.com/office/drawing/2014/main" id="{5E558571-925E-09A6-DDB1-9DBDBCAA1672}"/>
              </a:ext>
            </a:extLst>
          </p:cNvPr>
          <p:cNvPicPr>
            <a:picLocks noChangeAspect="1"/>
          </p:cNvPicPr>
          <p:nvPr/>
        </p:nvPicPr>
        <p:blipFill>
          <a:blip r:embed="rId3"/>
          <a:stretch>
            <a:fillRect/>
          </a:stretch>
        </p:blipFill>
        <p:spPr>
          <a:xfrm>
            <a:off x="533400" y="4112475"/>
            <a:ext cx="4007786" cy="2079227"/>
          </a:xfrm>
          <a:prstGeom prst="rect">
            <a:avLst/>
          </a:prstGeom>
        </p:spPr>
      </p:pic>
      <p:pic>
        <p:nvPicPr>
          <p:cNvPr id="20" name="Picture 19">
            <a:extLst>
              <a:ext uri="{FF2B5EF4-FFF2-40B4-BE49-F238E27FC236}">
                <a16:creationId xmlns:a16="http://schemas.microsoft.com/office/drawing/2014/main" id="{2818BB9A-0BCF-2613-59AF-DE790010C517}"/>
              </a:ext>
            </a:extLst>
          </p:cNvPr>
          <p:cNvPicPr>
            <a:picLocks noChangeAspect="1"/>
          </p:cNvPicPr>
          <p:nvPr/>
        </p:nvPicPr>
        <p:blipFill>
          <a:blip r:embed="rId4"/>
          <a:stretch>
            <a:fillRect/>
          </a:stretch>
        </p:blipFill>
        <p:spPr>
          <a:xfrm>
            <a:off x="5029200" y="2203489"/>
            <a:ext cx="6896698" cy="3444538"/>
          </a:xfrm>
          <a:prstGeom prst="rect">
            <a:avLst/>
          </a:prstGeom>
        </p:spPr>
      </p:pic>
      <p:sp>
        <p:nvSpPr>
          <p:cNvPr id="21" name="TextBox 20">
            <a:extLst>
              <a:ext uri="{FF2B5EF4-FFF2-40B4-BE49-F238E27FC236}">
                <a16:creationId xmlns:a16="http://schemas.microsoft.com/office/drawing/2014/main" id="{29D31A63-C29D-524A-A622-314A5614005C}"/>
              </a:ext>
            </a:extLst>
          </p:cNvPr>
          <p:cNvSpPr txBox="1"/>
          <p:nvPr/>
        </p:nvSpPr>
        <p:spPr>
          <a:xfrm>
            <a:off x="8036403" y="3789312"/>
            <a:ext cx="441146" cy="646331"/>
          </a:xfrm>
          <a:prstGeom prst="rect">
            <a:avLst/>
          </a:prstGeom>
          <a:noFill/>
        </p:spPr>
        <p:txBody>
          <a:bodyPr wrap="none" rtlCol="0">
            <a:spAutoFit/>
          </a:bodyPr>
          <a:lstStyle/>
          <a:p>
            <a:r>
              <a:rPr lang="en-US" sz="3600" b="1" dirty="0">
                <a:solidFill>
                  <a:schemeClr val="bg1"/>
                </a:solidFill>
              </a:rPr>
              <a:t>1</a:t>
            </a:r>
            <a:endParaRPr lang="en-IN" sz="3600" b="1" dirty="0">
              <a:solidFill>
                <a:schemeClr val="bg1"/>
              </a:solidFill>
            </a:endParaRPr>
          </a:p>
        </p:txBody>
      </p:sp>
      <p:sp>
        <p:nvSpPr>
          <p:cNvPr id="22" name="TextBox 21">
            <a:extLst>
              <a:ext uri="{FF2B5EF4-FFF2-40B4-BE49-F238E27FC236}">
                <a16:creationId xmlns:a16="http://schemas.microsoft.com/office/drawing/2014/main" id="{924F4702-4161-FA45-9EDA-DF365C3427BF}"/>
              </a:ext>
            </a:extLst>
          </p:cNvPr>
          <p:cNvSpPr txBox="1"/>
          <p:nvPr/>
        </p:nvSpPr>
        <p:spPr>
          <a:xfrm>
            <a:off x="10287000" y="3789312"/>
            <a:ext cx="441146" cy="646331"/>
          </a:xfrm>
          <a:prstGeom prst="rect">
            <a:avLst/>
          </a:prstGeom>
          <a:noFill/>
        </p:spPr>
        <p:txBody>
          <a:bodyPr wrap="none" rtlCol="0">
            <a:spAutoFit/>
          </a:bodyPr>
          <a:lstStyle/>
          <a:p>
            <a:r>
              <a:rPr lang="en-US" sz="3600" b="1" dirty="0">
                <a:solidFill>
                  <a:schemeClr val="bg1"/>
                </a:solidFill>
              </a:rPr>
              <a:t>2</a:t>
            </a:r>
            <a:endParaRPr lang="en-IN" sz="3600" b="1" dirty="0">
              <a:solidFill>
                <a:schemeClr val="bg1"/>
              </a:solidFill>
            </a:endParaRPr>
          </a:p>
        </p:txBody>
      </p:sp>
      <p:sp>
        <p:nvSpPr>
          <p:cNvPr id="23" name="TextBox 22">
            <a:extLst>
              <a:ext uri="{FF2B5EF4-FFF2-40B4-BE49-F238E27FC236}">
                <a16:creationId xmlns:a16="http://schemas.microsoft.com/office/drawing/2014/main" id="{DC9DF210-DD69-66F7-F2E8-09896271457F}"/>
              </a:ext>
            </a:extLst>
          </p:cNvPr>
          <p:cNvSpPr txBox="1"/>
          <p:nvPr/>
        </p:nvSpPr>
        <p:spPr>
          <a:xfrm>
            <a:off x="8089978" y="4828925"/>
            <a:ext cx="441146" cy="646331"/>
          </a:xfrm>
          <a:prstGeom prst="rect">
            <a:avLst/>
          </a:prstGeom>
          <a:noFill/>
        </p:spPr>
        <p:txBody>
          <a:bodyPr wrap="none" rtlCol="0">
            <a:spAutoFit/>
          </a:bodyPr>
          <a:lstStyle/>
          <a:p>
            <a:r>
              <a:rPr lang="en-US" sz="3600" b="1" dirty="0">
                <a:solidFill>
                  <a:schemeClr val="bg1"/>
                </a:solidFill>
              </a:rPr>
              <a:t>3</a:t>
            </a:r>
            <a:endParaRPr lang="en-IN" sz="3600" b="1" dirty="0">
              <a:solidFill>
                <a:schemeClr val="bg1"/>
              </a:solidFill>
            </a:endParaRPr>
          </a:p>
        </p:txBody>
      </p:sp>
      <p:sp>
        <p:nvSpPr>
          <p:cNvPr id="24" name="TextBox 23">
            <a:extLst>
              <a:ext uri="{FF2B5EF4-FFF2-40B4-BE49-F238E27FC236}">
                <a16:creationId xmlns:a16="http://schemas.microsoft.com/office/drawing/2014/main" id="{C301722B-EA7D-1F64-E1AC-58AA2CC6DFB1}"/>
              </a:ext>
            </a:extLst>
          </p:cNvPr>
          <p:cNvSpPr txBox="1"/>
          <p:nvPr/>
        </p:nvSpPr>
        <p:spPr>
          <a:xfrm>
            <a:off x="10287000" y="4828924"/>
            <a:ext cx="441146" cy="646331"/>
          </a:xfrm>
          <a:prstGeom prst="rect">
            <a:avLst/>
          </a:prstGeom>
          <a:noFill/>
        </p:spPr>
        <p:txBody>
          <a:bodyPr wrap="none" rtlCol="0">
            <a:spAutoFit/>
          </a:bodyPr>
          <a:lstStyle/>
          <a:p>
            <a:r>
              <a:rPr lang="en-US" sz="3600" b="1" dirty="0">
                <a:solidFill>
                  <a:schemeClr val="bg1"/>
                </a:solidFill>
              </a:rPr>
              <a:t>4</a:t>
            </a:r>
            <a:endParaRPr lang="en-IN" sz="3600" b="1" dirty="0">
              <a:solidFill>
                <a:schemeClr val="bg1"/>
              </a:solidFill>
            </a:endParaRPr>
          </a:p>
        </p:txBody>
      </p:sp>
    </p:spTree>
    <p:extLst>
      <p:ext uri="{BB962C8B-B14F-4D97-AF65-F5344CB8AC3E}">
        <p14:creationId xmlns:p14="http://schemas.microsoft.com/office/powerpoint/2010/main" val="145852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97957-FEE6-A783-6902-F4C11F102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70AA3-EE0C-5831-01DC-A50D357843AE}"/>
              </a:ext>
            </a:extLst>
          </p:cNvPr>
          <p:cNvSpPr>
            <a:spLocks noGrp="1"/>
          </p:cNvSpPr>
          <p:nvPr>
            <p:ph type="title"/>
          </p:nvPr>
        </p:nvSpPr>
        <p:spPr/>
        <p:txBody>
          <a:bodyPr/>
          <a:lstStyle/>
          <a:p>
            <a:r>
              <a:rPr lang="en-US" dirty="0"/>
              <a:t>Guess the category?</a:t>
            </a:r>
            <a:endParaRPr lang="en-IN" dirty="0"/>
          </a:p>
        </p:txBody>
      </p:sp>
      <p:pic>
        <p:nvPicPr>
          <p:cNvPr id="20" name="Picture 19">
            <a:extLst>
              <a:ext uri="{FF2B5EF4-FFF2-40B4-BE49-F238E27FC236}">
                <a16:creationId xmlns:a16="http://schemas.microsoft.com/office/drawing/2014/main" id="{0BD431AF-E506-0E24-D3D3-4486A18C5A70}"/>
              </a:ext>
            </a:extLst>
          </p:cNvPr>
          <p:cNvPicPr>
            <a:picLocks noChangeAspect="1"/>
          </p:cNvPicPr>
          <p:nvPr/>
        </p:nvPicPr>
        <p:blipFill>
          <a:blip r:embed="rId2"/>
          <a:stretch>
            <a:fillRect/>
          </a:stretch>
        </p:blipFill>
        <p:spPr>
          <a:xfrm>
            <a:off x="5029200" y="2203489"/>
            <a:ext cx="6896698" cy="3444538"/>
          </a:xfrm>
          <a:prstGeom prst="rect">
            <a:avLst/>
          </a:prstGeom>
        </p:spPr>
      </p:pic>
      <p:sp>
        <p:nvSpPr>
          <p:cNvPr id="21" name="TextBox 20">
            <a:extLst>
              <a:ext uri="{FF2B5EF4-FFF2-40B4-BE49-F238E27FC236}">
                <a16:creationId xmlns:a16="http://schemas.microsoft.com/office/drawing/2014/main" id="{1C93BB91-3BFA-42FC-9268-7D88F79EEA4D}"/>
              </a:ext>
            </a:extLst>
          </p:cNvPr>
          <p:cNvSpPr txBox="1"/>
          <p:nvPr/>
        </p:nvSpPr>
        <p:spPr>
          <a:xfrm>
            <a:off x="8036403" y="3789312"/>
            <a:ext cx="441146" cy="646331"/>
          </a:xfrm>
          <a:prstGeom prst="rect">
            <a:avLst/>
          </a:prstGeom>
          <a:noFill/>
        </p:spPr>
        <p:txBody>
          <a:bodyPr wrap="none" rtlCol="0">
            <a:spAutoFit/>
          </a:bodyPr>
          <a:lstStyle/>
          <a:p>
            <a:r>
              <a:rPr lang="en-US" sz="3600" b="1" dirty="0">
                <a:solidFill>
                  <a:schemeClr val="bg1"/>
                </a:solidFill>
              </a:rPr>
              <a:t>1</a:t>
            </a:r>
            <a:endParaRPr lang="en-IN" sz="3600" b="1" dirty="0">
              <a:solidFill>
                <a:schemeClr val="bg1"/>
              </a:solidFill>
            </a:endParaRPr>
          </a:p>
        </p:txBody>
      </p:sp>
      <p:sp>
        <p:nvSpPr>
          <p:cNvPr id="22" name="TextBox 21">
            <a:extLst>
              <a:ext uri="{FF2B5EF4-FFF2-40B4-BE49-F238E27FC236}">
                <a16:creationId xmlns:a16="http://schemas.microsoft.com/office/drawing/2014/main" id="{DBCD877C-A0C8-B2E3-4538-3204F6063C65}"/>
              </a:ext>
            </a:extLst>
          </p:cNvPr>
          <p:cNvSpPr txBox="1"/>
          <p:nvPr/>
        </p:nvSpPr>
        <p:spPr>
          <a:xfrm>
            <a:off x="10287000" y="3789312"/>
            <a:ext cx="441146" cy="646331"/>
          </a:xfrm>
          <a:prstGeom prst="rect">
            <a:avLst/>
          </a:prstGeom>
          <a:noFill/>
        </p:spPr>
        <p:txBody>
          <a:bodyPr wrap="none" rtlCol="0">
            <a:spAutoFit/>
          </a:bodyPr>
          <a:lstStyle/>
          <a:p>
            <a:r>
              <a:rPr lang="en-US" sz="3600" b="1" dirty="0">
                <a:solidFill>
                  <a:schemeClr val="bg1"/>
                </a:solidFill>
              </a:rPr>
              <a:t>2</a:t>
            </a:r>
            <a:endParaRPr lang="en-IN" sz="3600" b="1" dirty="0">
              <a:solidFill>
                <a:schemeClr val="bg1"/>
              </a:solidFill>
            </a:endParaRPr>
          </a:p>
        </p:txBody>
      </p:sp>
      <p:sp>
        <p:nvSpPr>
          <p:cNvPr id="23" name="TextBox 22">
            <a:extLst>
              <a:ext uri="{FF2B5EF4-FFF2-40B4-BE49-F238E27FC236}">
                <a16:creationId xmlns:a16="http://schemas.microsoft.com/office/drawing/2014/main" id="{297A3B33-54BB-E9BD-53E5-62BF4199302E}"/>
              </a:ext>
            </a:extLst>
          </p:cNvPr>
          <p:cNvSpPr txBox="1"/>
          <p:nvPr/>
        </p:nvSpPr>
        <p:spPr>
          <a:xfrm>
            <a:off x="8089978" y="4828925"/>
            <a:ext cx="441146" cy="646331"/>
          </a:xfrm>
          <a:prstGeom prst="rect">
            <a:avLst/>
          </a:prstGeom>
          <a:noFill/>
        </p:spPr>
        <p:txBody>
          <a:bodyPr wrap="none" rtlCol="0">
            <a:spAutoFit/>
          </a:bodyPr>
          <a:lstStyle/>
          <a:p>
            <a:r>
              <a:rPr lang="en-US" sz="3600" b="1" dirty="0">
                <a:solidFill>
                  <a:schemeClr val="bg1"/>
                </a:solidFill>
              </a:rPr>
              <a:t>3</a:t>
            </a:r>
            <a:endParaRPr lang="en-IN" sz="3600" b="1" dirty="0">
              <a:solidFill>
                <a:schemeClr val="bg1"/>
              </a:solidFill>
            </a:endParaRPr>
          </a:p>
        </p:txBody>
      </p:sp>
      <p:sp>
        <p:nvSpPr>
          <p:cNvPr id="24" name="TextBox 23">
            <a:extLst>
              <a:ext uri="{FF2B5EF4-FFF2-40B4-BE49-F238E27FC236}">
                <a16:creationId xmlns:a16="http://schemas.microsoft.com/office/drawing/2014/main" id="{7BD76FAA-E35E-9CB9-861E-BE28AAAD5898}"/>
              </a:ext>
            </a:extLst>
          </p:cNvPr>
          <p:cNvSpPr txBox="1"/>
          <p:nvPr/>
        </p:nvSpPr>
        <p:spPr>
          <a:xfrm>
            <a:off x="10287000" y="4828924"/>
            <a:ext cx="441146" cy="646331"/>
          </a:xfrm>
          <a:prstGeom prst="rect">
            <a:avLst/>
          </a:prstGeom>
          <a:noFill/>
        </p:spPr>
        <p:txBody>
          <a:bodyPr wrap="none" rtlCol="0">
            <a:spAutoFit/>
          </a:bodyPr>
          <a:lstStyle/>
          <a:p>
            <a:r>
              <a:rPr lang="en-US" sz="3600" b="1" dirty="0">
                <a:solidFill>
                  <a:schemeClr val="bg1"/>
                </a:solidFill>
              </a:rPr>
              <a:t>4</a:t>
            </a:r>
            <a:endParaRPr lang="en-IN" sz="3600" b="1" dirty="0">
              <a:solidFill>
                <a:schemeClr val="bg1"/>
              </a:solidFill>
            </a:endParaRPr>
          </a:p>
        </p:txBody>
      </p:sp>
      <p:sp>
        <p:nvSpPr>
          <p:cNvPr id="4" name="TextBox 3">
            <a:extLst>
              <a:ext uri="{FF2B5EF4-FFF2-40B4-BE49-F238E27FC236}">
                <a16:creationId xmlns:a16="http://schemas.microsoft.com/office/drawing/2014/main" id="{632E60D8-186C-3B57-9794-CD18C1400988}"/>
              </a:ext>
            </a:extLst>
          </p:cNvPr>
          <p:cNvSpPr txBox="1"/>
          <p:nvPr/>
        </p:nvSpPr>
        <p:spPr>
          <a:xfrm>
            <a:off x="533400" y="3428999"/>
            <a:ext cx="4108229" cy="1200329"/>
          </a:xfrm>
          <a:prstGeom prst="rect">
            <a:avLst/>
          </a:prstGeom>
          <a:noFill/>
        </p:spPr>
        <p:txBody>
          <a:bodyPr wrap="square">
            <a:spAutoFit/>
          </a:bodyPr>
          <a:lstStyle/>
          <a:p>
            <a:r>
              <a:rPr lang="en-IN" dirty="0">
                <a:hlinkClick r:id="rId3"/>
              </a:rPr>
              <a:t>https://business.michelinman.com/freight-transportation/freight-transportation-services/michelin-fleet-solutions</a:t>
            </a:r>
            <a:endParaRPr lang="en-IN" dirty="0"/>
          </a:p>
        </p:txBody>
      </p:sp>
    </p:spTree>
    <p:extLst>
      <p:ext uri="{BB962C8B-B14F-4D97-AF65-F5344CB8AC3E}">
        <p14:creationId xmlns:p14="http://schemas.microsoft.com/office/powerpoint/2010/main" val="225418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0115-CB61-9BB4-A602-B2A203C20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BC711-169C-2013-00A7-B66B103D512F}"/>
              </a:ext>
            </a:extLst>
          </p:cNvPr>
          <p:cNvSpPr>
            <a:spLocks noGrp="1"/>
          </p:cNvSpPr>
          <p:nvPr>
            <p:ph type="title"/>
          </p:nvPr>
        </p:nvSpPr>
        <p:spPr/>
        <p:txBody>
          <a:bodyPr/>
          <a:lstStyle/>
          <a:p>
            <a:r>
              <a:rPr lang="en-US" dirty="0"/>
              <a:t>Guess the category?</a:t>
            </a:r>
            <a:endParaRPr lang="en-IN" dirty="0"/>
          </a:p>
        </p:txBody>
      </p:sp>
      <p:pic>
        <p:nvPicPr>
          <p:cNvPr id="20" name="Picture 19">
            <a:extLst>
              <a:ext uri="{FF2B5EF4-FFF2-40B4-BE49-F238E27FC236}">
                <a16:creationId xmlns:a16="http://schemas.microsoft.com/office/drawing/2014/main" id="{52D66743-F5DB-ED00-8DBC-1BE7F5E96B47}"/>
              </a:ext>
            </a:extLst>
          </p:cNvPr>
          <p:cNvPicPr>
            <a:picLocks noChangeAspect="1"/>
          </p:cNvPicPr>
          <p:nvPr/>
        </p:nvPicPr>
        <p:blipFill>
          <a:blip r:embed="rId2"/>
          <a:stretch>
            <a:fillRect/>
          </a:stretch>
        </p:blipFill>
        <p:spPr>
          <a:xfrm>
            <a:off x="5029200" y="2203489"/>
            <a:ext cx="6896698" cy="3444538"/>
          </a:xfrm>
          <a:prstGeom prst="rect">
            <a:avLst/>
          </a:prstGeom>
        </p:spPr>
      </p:pic>
      <p:sp>
        <p:nvSpPr>
          <p:cNvPr id="21" name="TextBox 20">
            <a:extLst>
              <a:ext uri="{FF2B5EF4-FFF2-40B4-BE49-F238E27FC236}">
                <a16:creationId xmlns:a16="http://schemas.microsoft.com/office/drawing/2014/main" id="{FC2D306F-403D-1369-CD73-AACB5FC34E91}"/>
              </a:ext>
            </a:extLst>
          </p:cNvPr>
          <p:cNvSpPr txBox="1"/>
          <p:nvPr/>
        </p:nvSpPr>
        <p:spPr>
          <a:xfrm>
            <a:off x="8036403" y="3789312"/>
            <a:ext cx="441146" cy="646331"/>
          </a:xfrm>
          <a:prstGeom prst="rect">
            <a:avLst/>
          </a:prstGeom>
          <a:noFill/>
        </p:spPr>
        <p:txBody>
          <a:bodyPr wrap="none" rtlCol="0">
            <a:spAutoFit/>
          </a:bodyPr>
          <a:lstStyle/>
          <a:p>
            <a:r>
              <a:rPr lang="en-US" sz="3600" b="1" dirty="0">
                <a:solidFill>
                  <a:schemeClr val="bg1"/>
                </a:solidFill>
              </a:rPr>
              <a:t>1</a:t>
            </a:r>
            <a:endParaRPr lang="en-IN" sz="3600" b="1" dirty="0">
              <a:solidFill>
                <a:schemeClr val="bg1"/>
              </a:solidFill>
            </a:endParaRPr>
          </a:p>
        </p:txBody>
      </p:sp>
      <p:sp>
        <p:nvSpPr>
          <p:cNvPr id="22" name="TextBox 21">
            <a:extLst>
              <a:ext uri="{FF2B5EF4-FFF2-40B4-BE49-F238E27FC236}">
                <a16:creationId xmlns:a16="http://schemas.microsoft.com/office/drawing/2014/main" id="{96B215CE-6D3D-FECA-361A-F428A506508D}"/>
              </a:ext>
            </a:extLst>
          </p:cNvPr>
          <p:cNvSpPr txBox="1"/>
          <p:nvPr/>
        </p:nvSpPr>
        <p:spPr>
          <a:xfrm>
            <a:off x="10287000" y="3789312"/>
            <a:ext cx="441146" cy="646331"/>
          </a:xfrm>
          <a:prstGeom prst="rect">
            <a:avLst/>
          </a:prstGeom>
          <a:noFill/>
        </p:spPr>
        <p:txBody>
          <a:bodyPr wrap="none" rtlCol="0">
            <a:spAutoFit/>
          </a:bodyPr>
          <a:lstStyle/>
          <a:p>
            <a:r>
              <a:rPr lang="en-US" sz="3600" b="1" dirty="0">
                <a:solidFill>
                  <a:schemeClr val="bg1"/>
                </a:solidFill>
              </a:rPr>
              <a:t>2</a:t>
            </a:r>
            <a:endParaRPr lang="en-IN" sz="3600" b="1" dirty="0">
              <a:solidFill>
                <a:schemeClr val="bg1"/>
              </a:solidFill>
            </a:endParaRPr>
          </a:p>
        </p:txBody>
      </p:sp>
      <p:sp>
        <p:nvSpPr>
          <p:cNvPr id="23" name="TextBox 22">
            <a:extLst>
              <a:ext uri="{FF2B5EF4-FFF2-40B4-BE49-F238E27FC236}">
                <a16:creationId xmlns:a16="http://schemas.microsoft.com/office/drawing/2014/main" id="{23A80599-1037-6C3F-047C-4395515E0679}"/>
              </a:ext>
            </a:extLst>
          </p:cNvPr>
          <p:cNvSpPr txBox="1"/>
          <p:nvPr/>
        </p:nvSpPr>
        <p:spPr>
          <a:xfrm>
            <a:off x="8089978" y="4828925"/>
            <a:ext cx="441146" cy="646331"/>
          </a:xfrm>
          <a:prstGeom prst="rect">
            <a:avLst/>
          </a:prstGeom>
          <a:noFill/>
        </p:spPr>
        <p:txBody>
          <a:bodyPr wrap="none" rtlCol="0">
            <a:spAutoFit/>
          </a:bodyPr>
          <a:lstStyle/>
          <a:p>
            <a:r>
              <a:rPr lang="en-US" sz="3600" b="1" dirty="0">
                <a:solidFill>
                  <a:schemeClr val="bg1"/>
                </a:solidFill>
              </a:rPr>
              <a:t>3</a:t>
            </a:r>
            <a:endParaRPr lang="en-IN" sz="3600" b="1" dirty="0">
              <a:solidFill>
                <a:schemeClr val="bg1"/>
              </a:solidFill>
            </a:endParaRPr>
          </a:p>
        </p:txBody>
      </p:sp>
      <p:sp>
        <p:nvSpPr>
          <p:cNvPr id="24" name="TextBox 23">
            <a:extLst>
              <a:ext uri="{FF2B5EF4-FFF2-40B4-BE49-F238E27FC236}">
                <a16:creationId xmlns:a16="http://schemas.microsoft.com/office/drawing/2014/main" id="{E962F2BD-1F23-263D-9149-15572B2E824D}"/>
              </a:ext>
            </a:extLst>
          </p:cNvPr>
          <p:cNvSpPr txBox="1"/>
          <p:nvPr/>
        </p:nvSpPr>
        <p:spPr>
          <a:xfrm>
            <a:off x="10287000" y="4828924"/>
            <a:ext cx="441146" cy="646331"/>
          </a:xfrm>
          <a:prstGeom prst="rect">
            <a:avLst/>
          </a:prstGeom>
          <a:noFill/>
        </p:spPr>
        <p:txBody>
          <a:bodyPr wrap="none" rtlCol="0">
            <a:spAutoFit/>
          </a:bodyPr>
          <a:lstStyle/>
          <a:p>
            <a:r>
              <a:rPr lang="en-US" sz="3600" b="1" dirty="0">
                <a:solidFill>
                  <a:schemeClr val="bg1"/>
                </a:solidFill>
              </a:rPr>
              <a:t>4</a:t>
            </a:r>
            <a:endParaRPr lang="en-IN" sz="3600" b="1" dirty="0">
              <a:solidFill>
                <a:schemeClr val="bg1"/>
              </a:solidFill>
            </a:endParaRPr>
          </a:p>
        </p:txBody>
      </p:sp>
      <p:pic>
        <p:nvPicPr>
          <p:cNvPr id="5" name="Picture 4">
            <a:extLst>
              <a:ext uri="{FF2B5EF4-FFF2-40B4-BE49-F238E27FC236}">
                <a16:creationId xmlns:a16="http://schemas.microsoft.com/office/drawing/2014/main" id="{7F47FF0D-3DE8-6680-C617-1277B0D5B482}"/>
              </a:ext>
            </a:extLst>
          </p:cNvPr>
          <p:cNvPicPr>
            <a:picLocks noChangeAspect="1"/>
          </p:cNvPicPr>
          <p:nvPr/>
        </p:nvPicPr>
        <p:blipFill>
          <a:blip r:embed="rId3"/>
          <a:stretch>
            <a:fillRect/>
          </a:stretch>
        </p:blipFill>
        <p:spPr>
          <a:xfrm>
            <a:off x="323718" y="3352800"/>
            <a:ext cx="4572984" cy="2549732"/>
          </a:xfrm>
          <a:prstGeom prst="rect">
            <a:avLst/>
          </a:prstGeom>
        </p:spPr>
      </p:pic>
      <p:pic>
        <p:nvPicPr>
          <p:cNvPr id="7" name="Picture 6">
            <a:extLst>
              <a:ext uri="{FF2B5EF4-FFF2-40B4-BE49-F238E27FC236}">
                <a16:creationId xmlns:a16="http://schemas.microsoft.com/office/drawing/2014/main" id="{36E8B15E-A4CC-1DE1-C820-7AC17F583DA8}"/>
              </a:ext>
            </a:extLst>
          </p:cNvPr>
          <p:cNvPicPr>
            <a:picLocks noChangeAspect="1"/>
          </p:cNvPicPr>
          <p:nvPr/>
        </p:nvPicPr>
        <p:blipFill>
          <a:blip r:embed="rId4"/>
          <a:stretch>
            <a:fillRect/>
          </a:stretch>
        </p:blipFill>
        <p:spPr>
          <a:xfrm>
            <a:off x="0" y="1763793"/>
            <a:ext cx="5410200" cy="1299912"/>
          </a:xfrm>
          <a:prstGeom prst="rect">
            <a:avLst/>
          </a:prstGeom>
        </p:spPr>
      </p:pic>
    </p:spTree>
    <p:extLst>
      <p:ext uri="{BB962C8B-B14F-4D97-AF65-F5344CB8AC3E}">
        <p14:creationId xmlns:p14="http://schemas.microsoft.com/office/powerpoint/2010/main" val="3751991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78EAF-B5D3-4B0C-5646-7192256AE7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5250C-0852-A067-3E75-6052DBD72019}"/>
              </a:ext>
            </a:extLst>
          </p:cNvPr>
          <p:cNvSpPr>
            <a:spLocks noGrp="1"/>
          </p:cNvSpPr>
          <p:nvPr>
            <p:ph type="title"/>
          </p:nvPr>
        </p:nvSpPr>
        <p:spPr/>
        <p:txBody>
          <a:bodyPr/>
          <a:lstStyle/>
          <a:p>
            <a:r>
              <a:rPr lang="en-US" dirty="0"/>
              <a:t>Guess the category?</a:t>
            </a:r>
            <a:endParaRPr lang="en-IN" dirty="0"/>
          </a:p>
        </p:txBody>
      </p:sp>
      <p:pic>
        <p:nvPicPr>
          <p:cNvPr id="20" name="Picture 19">
            <a:extLst>
              <a:ext uri="{FF2B5EF4-FFF2-40B4-BE49-F238E27FC236}">
                <a16:creationId xmlns:a16="http://schemas.microsoft.com/office/drawing/2014/main" id="{26830206-7E76-AC0C-AAC4-6BADCB9039A7}"/>
              </a:ext>
            </a:extLst>
          </p:cNvPr>
          <p:cNvPicPr>
            <a:picLocks noChangeAspect="1"/>
          </p:cNvPicPr>
          <p:nvPr/>
        </p:nvPicPr>
        <p:blipFill>
          <a:blip r:embed="rId2"/>
          <a:stretch>
            <a:fillRect/>
          </a:stretch>
        </p:blipFill>
        <p:spPr>
          <a:xfrm>
            <a:off x="5029200" y="2203489"/>
            <a:ext cx="6896698" cy="3444538"/>
          </a:xfrm>
          <a:prstGeom prst="rect">
            <a:avLst/>
          </a:prstGeom>
        </p:spPr>
      </p:pic>
      <p:sp>
        <p:nvSpPr>
          <p:cNvPr id="21" name="TextBox 20">
            <a:extLst>
              <a:ext uri="{FF2B5EF4-FFF2-40B4-BE49-F238E27FC236}">
                <a16:creationId xmlns:a16="http://schemas.microsoft.com/office/drawing/2014/main" id="{C1C4FD1E-F2F1-5A3A-69AB-B1D22282BEC7}"/>
              </a:ext>
            </a:extLst>
          </p:cNvPr>
          <p:cNvSpPr txBox="1"/>
          <p:nvPr/>
        </p:nvSpPr>
        <p:spPr>
          <a:xfrm>
            <a:off x="8036403" y="3789312"/>
            <a:ext cx="441146" cy="646331"/>
          </a:xfrm>
          <a:prstGeom prst="rect">
            <a:avLst/>
          </a:prstGeom>
          <a:noFill/>
        </p:spPr>
        <p:txBody>
          <a:bodyPr wrap="none" rtlCol="0">
            <a:spAutoFit/>
          </a:bodyPr>
          <a:lstStyle/>
          <a:p>
            <a:r>
              <a:rPr lang="en-US" sz="3600" b="1" dirty="0">
                <a:solidFill>
                  <a:schemeClr val="bg1"/>
                </a:solidFill>
              </a:rPr>
              <a:t>1</a:t>
            </a:r>
            <a:endParaRPr lang="en-IN" sz="3600" b="1" dirty="0">
              <a:solidFill>
                <a:schemeClr val="bg1"/>
              </a:solidFill>
            </a:endParaRPr>
          </a:p>
        </p:txBody>
      </p:sp>
      <p:sp>
        <p:nvSpPr>
          <p:cNvPr id="22" name="TextBox 21">
            <a:extLst>
              <a:ext uri="{FF2B5EF4-FFF2-40B4-BE49-F238E27FC236}">
                <a16:creationId xmlns:a16="http://schemas.microsoft.com/office/drawing/2014/main" id="{0C734A67-E984-CBAF-6377-E8462A56B7B4}"/>
              </a:ext>
            </a:extLst>
          </p:cNvPr>
          <p:cNvSpPr txBox="1"/>
          <p:nvPr/>
        </p:nvSpPr>
        <p:spPr>
          <a:xfrm>
            <a:off x="10287000" y="3789312"/>
            <a:ext cx="441146" cy="646331"/>
          </a:xfrm>
          <a:prstGeom prst="rect">
            <a:avLst/>
          </a:prstGeom>
          <a:noFill/>
        </p:spPr>
        <p:txBody>
          <a:bodyPr wrap="none" rtlCol="0">
            <a:spAutoFit/>
          </a:bodyPr>
          <a:lstStyle/>
          <a:p>
            <a:r>
              <a:rPr lang="en-US" sz="3600" b="1" dirty="0">
                <a:solidFill>
                  <a:schemeClr val="bg1"/>
                </a:solidFill>
              </a:rPr>
              <a:t>2</a:t>
            </a:r>
            <a:endParaRPr lang="en-IN" sz="3600" b="1" dirty="0">
              <a:solidFill>
                <a:schemeClr val="bg1"/>
              </a:solidFill>
            </a:endParaRPr>
          </a:p>
        </p:txBody>
      </p:sp>
      <p:sp>
        <p:nvSpPr>
          <p:cNvPr id="23" name="TextBox 22">
            <a:extLst>
              <a:ext uri="{FF2B5EF4-FFF2-40B4-BE49-F238E27FC236}">
                <a16:creationId xmlns:a16="http://schemas.microsoft.com/office/drawing/2014/main" id="{69CE6164-8FD8-595C-6303-BFA95F61BFA7}"/>
              </a:ext>
            </a:extLst>
          </p:cNvPr>
          <p:cNvSpPr txBox="1"/>
          <p:nvPr/>
        </p:nvSpPr>
        <p:spPr>
          <a:xfrm>
            <a:off x="8089978" y="4828925"/>
            <a:ext cx="441146" cy="646331"/>
          </a:xfrm>
          <a:prstGeom prst="rect">
            <a:avLst/>
          </a:prstGeom>
          <a:noFill/>
        </p:spPr>
        <p:txBody>
          <a:bodyPr wrap="none" rtlCol="0">
            <a:spAutoFit/>
          </a:bodyPr>
          <a:lstStyle/>
          <a:p>
            <a:r>
              <a:rPr lang="en-US" sz="3600" b="1" dirty="0">
                <a:solidFill>
                  <a:schemeClr val="bg1"/>
                </a:solidFill>
              </a:rPr>
              <a:t>3</a:t>
            </a:r>
            <a:endParaRPr lang="en-IN" sz="3600" b="1" dirty="0">
              <a:solidFill>
                <a:schemeClr val="bg1"/>
              </a:solidFill>
            </a:endParaRPr>
          </a:p>
        </p:txBody>
      </p:sp>
      <p:sp>
        <p:nvSpPr>
          <p:cNvPr id="24" name="TextBox 23">
            <a:extLst>
              <a:ext uri="{FF2B5EF4-FFF2-40B4-BE49-F238E27FC236}">
                <a16:creationId xmlns:a16="http://schemas.microsoft.com/office/drawing/2014/main" id="{B152E21D-7116-481B-DFA4-CE595ED26D37}"/>
              </a:ext>
            </a:extLst>
          </p:cNvPr>
          <p:cNvSpPr txBox="1"/>
          <p:nvPr/>
        </p:nvSpPr>
        <p:spPr>
          <a:xfrm>
            <a:off x="10287000" y="4828924"/>
            <a:ext cx="441146" cy="646331"/>
          </a:xfrm>
          <a:prstGeom prst="rect">
            <a:avLst/>
          </a:prstGeom>
          <a:noFill/>
        </p:spPr>
        <p:txBody>
          <a:bodyPr wrap="none" rtlCol="0">
            <a:spAutoFit/>
          </a:bodyPr>
          <a:lstStyle/>
          <a:p>
            <a:r>
              <a:rPr lang="en-US" sz="3600" b="1" dirty="0">
                <a:solidFill>
                  <a:schemeClr val="bg1"/>
                </a:solidFill>
              </a:rPr>
              <a:t>4</a:t>
            </a:r>
            <a:endParaRPr lang="en-IN" sz="3600" b="1" dirty="0">
              <a:solidFill>
                <a:schemeClr val="bg1"/>
              </a:solidFill>
            </a:endParaRPr>
          </a:p>
        </p:txBody>
      </p:sp>
      <p:pic>
        <p:nvPicPr>
          <p:cNvPr id="4" name="Picture 3">
            <a:extLst>
              <a:ext uri="{FF2B5EF4-FFF2-40B4-BE49-F238E27FC236}">
                <a16:creationId xmlns:a16="http://schemas.microsoft.com/office/drawing/2014/main" id="{BC5FCB49-4562-9784-7FD1-AD208613FF66}"/>
              </a:ext>
            </a:extLst>
          </p:cNvPr>
          <p:cNvPicPr>
            <a:picLocks noChangeAspect="1"/>
          </p:cNvPicPr>
          <p:nvPr/>
        </p:nvPicPr>
        <p:blipFill>
          <a:blip r:embed="rId3"/>
          <a:stretch>
            <a:fillRect/>
          </a:stretch>
        </p:blipFill>
        <p:spPr>
          <a:xfrm>
            <a:off x="426593" y="2503456"/>
            <a:ext cx="4457700" cy="2971800"/>
          </a:xfrm>
          <a:prstGeom prst="rect">
            <a:avLst/>
          </a:prstGeom>
        </p:spPr>
      </p:pic>
    </p:spTree>
    <p:extLst>
      <p:ext uri="{BB962C8B-B14F-4D97-AF65-F5344CB8AC3E}">
        <p14:creationId xmlns:p14="http://schemas.microsoft.com/office/powerpoint/2010/main" val="3356816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0B330299-E1B2-25FF-6136-6B5955A44BF5}"/>
              </a:ext>
            </a:extLst>
          </p:cNvPr>
          <p:cNvGraphicFramePr>
            <a:graphicFrameLocks noGrp="1"/>
          </p:cNvGraphicFramePr>
          <p:nvPr>
            <p:extLst>
              <p:ext uri="{D42A27DB-BD31-4B8C-83A1-F6EECF244321}">
                <p14:modId xmlns:p14="http://schemas.microsoft.com/office/powerpoint/2010/main" val="2133679891"/>
              </p:ext>
            </p:extLst>
          </p:nvPr>
        </p:nvGraphicFramePr>
        <p:xfrm>
          <a:off x="686816" y="240473"/>
          <a:ext cx="10818368" cy="6377054"/>
        </p:xfrm>
        <a:graphic>
          <a:graphicData uri="http://schemas.openxmlformats.org/drawingml/2006/table">
            <a:tbl>
              <a:tblPr firstRow="1" bandRow="1">
                <a:tableStyleId>{5C22544A-7EE6-4342-B048-85BDC9FD1C3A}</a:tableStyleId>
              </a:tblPr>
              <a:tblGrid>
                <a:gridCol w="2704592">
                  <a:extLst>
                    <a:ext uri="{9D8B030D-6E8A-4147-A177-3AD203B41FA5}">
                      <a16:colId xmlns:a16="http://schemas.microsoft.com/office/drawing/2014/main" val="2243302375"/>
                    </a:ext>
                  </a:extLst>
                </a:gridCol>
                <a:gridCol w="2704592">
                  <a:extLst>
                    <a:ext uri="{9D8B030D-6E8A-4147-A177-3AD203B41FA5}">
                      <a16:colId xmlns:a16="http://schemas.microsoft.com/office/drawing/2014/main" val="2438027549"/>
                    </a:ext>
                  </a:extLst>
                </a:gridCol>
                <a:gridCol w="2704592">
                  <a:extLst>
                    <a:ext uri="{9D8B030D-6E8A-4147-A177-3AD203B41FA5}">
                      <a16:colId xmlns:a16="http://schemas.microsoft.com/office/drawing/2014/main" val="307260699"/>
                    </a:ext>
                  </a:extLst>
                </a:gridCol>
                <a:gridCol w="2704592">
                  <a:extLst>
                    <a:ext uri="{9D8B030D-6E8A-4147-A177-3AD203B41FA5}">
                      <a16:colId xmlns:a16="http://schemas.microsoft.com/office/drawing/2014/main" val="1545196302"/>
                    </a:ext>
                  </a:extLst>
                </a:gridCol>
              </a:tblGrid>
              <a:tr h="374657">
                <a:tc>
                  <a:txBody>
                    <a:bodyPr/>
                    <a:lstStyle/>
                    <a:p>
                      <a:r>
                        <a:rPr lang="en-US" dirty="0"/>
                        <a:t>People Processing</a:t>
                      </a:r>
                      <a:endParaRPr lang="en-IN" dirty="0"/>
                    </a:p>
                  </a:txBody>
                  <a:tcPr marL="121706" marR="121706"/>
                </a:tc>
                <a:tc>
                  <a:txBody>
                    <a:bodyPr/>
                    <a:lstStyle/>
                    <a:p>
                      <a:r>
                        <a:rPr lang="en-US" dirty="0"/>
                        <a:t>Possession processing</a:t>
                      </a:r>
                      <a:endParaRPr lang="en-IN" dirty="0"/>
                    </a:p>
                  </a:txBody>
                  <a:tcPr marL="121706" marR="121706"/>
                </a:tc>
                <a:tc>
                  <a:txBody>
                    <a:bodyPr/>
                    <a:lstStyle/>
                    <a:p>
                      <a:r>
                        <a:rPr lang="en-US" dirty="0"/>
                        <a:t>Mental stimulus processing</a:t>
                      </a:r>
                      <a:endParaRPr lang="en-IN" dirty="0"/>
                    </a:p>
                  </a:txBody>
                  <a:tcPr marL="121706" marR="12170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Information processing</a:t>
                      </a:r>
                      <a:endParaRPr lang="en-IN" dirty="0"/>
                    </a:p>
                  </a:txBody>
                  <a:tcPr marL="121706" marR="121706"/>
                </a:tc>
                <a:extLst>
                  <a:ext uri="{0D108BD9-81ED-4DB2-BD59-A6C34878D82A}">
                    <a16:rowId xmlns:a16="http://schemas.microsoft.com/office/drawing/2014/main" val="765061723"/>
                  </a:ext>
                </a:extLst>
              </a:tr>
              <a:tr h="1451167">
                <a:tc>
                  <a:txBody>
                    <a:bodyPr/>
                    <a:lstStyle/>
                    <a:p>
                      <a:pPr marL="285750" indent="-285750">
                        <a:buFont typeface="Wingdings" panose="05000000000000000000" pitchFamily="2" charset="2"/>
                        <a:buChar char="ü"/>
                      </a:pPr>
                      <a:r>
                        <a:rPr lang="en-US" dirty="0"/>
                        <a:t>Services directed at people bodies</a:t>
                      </a:r>
                      <a:endParaRPr lang="en-IN" dirty="0"/>
                    </a:p>
                  </a:txBody>
                  <a:tcPr marL="121706" marR="121706"/>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dirty="0"/>
                        <a:t>Services directed at physical possessions</a:t>
                      </a:r>
                      <a:endParaRPr lang="en-IN" dirty="0"/>
                    </a:p>
                    <a:p>
                      <a:pPr marL="285750" indent="-285750">
                        <a:buFont typeface="Wingdings" panose="05000000000000000000" pitchFamily="2" charset="2"/>
                        <a:buChar char="ü"/>
                      </a:pPr>
                      <a:endParaRPr lang="en-IN" dirty="0"/>
                    </a:p>
                  </a:txBody>
                  <a:tcPr marL="121706" marR="121706"/>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dirty="0"/>
                        <a:t>Services directed at people’s minds</a:t>
                      </a:r>
                      <a:endParaRPr lang="en-IN" dirty="0"/>
                    </a:p>
                    <a:p>
                      <a:pPr marL="285750" indent="-285750">
                        <a:buFont typeface="Wingdings" panose="05000000000000000000" pitchFamily="2" charset="2"/>
                        <a:buChar char="ü"/>
                      </a:pPr>
                      <a:endParaRPr lang="en-IN" dirty="0"/>
                    </a:p>
                  </a:txBody>
                  <a:tcPr marL="121706" marR="121706"/>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dirty="0"/>
                        <a:t>Services directed at intangible assets</a:t>
                      </a:r>
                      <a:endParaRPr lang="en-IN" dirty="0"/>
                    </a:p>
                    <a:p>
                      <a:pPr marL="285750" indent="-285750">
                        <a:buFont typeface="Wingdings" panose="05000000000000000000" pitchFamily="2" charset="2"/>
                        <a:buChar char="ü"/>
                      </a:pPr>
                      <a:endParaRPr lang="en-IN" dirty="0"/>
                    </a:p>
                  </a:txBody>
                  <a:tcPr marL="121706" marR="121706"/>
                </a:tc>
                <a:extLst>
                  <a:ext uri="{0D108BD9-81ED-4DB2-BD59-A6C34878D82A}">
                    <a16:rowId xmlns:a16="http://schemas.microsoft.com/office/drawing/2014/main" val="423937035"/>
                  </a:ext>
                </a:extLst>
              </a:tr>
              <a:tr h="2023142">
                <a:tc>
                  <a:txBody>
                    <a:bodyPr/>
                    <a:lstStyle/>
                    <a:p>
                      <a:pPr marL="285750" indent="-285750">
                        <a:buFont typeface="Wingdings" panose="05000000000000000000" pitchFamily="2" charset="2"/>
                        <a:buChar char="ü"/>
                      </a:pPr>
                      <a:r>
                        <a:rPr lang="en-US" dirty="0"/>
                        <a:t>Production and Consumption simultaneously</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Customer cooperation</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Operations and environment are crucial</a:t>
                      </a:r>
                      <a:endParaRPr lang="en-IN" dirty="0"/>
                    </a:p>
                  </a:txBody>
                  <a:tcPr marL="121706" marR="121706"/>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dirty="0"/>
                        <a:t>Production and Consumption may not happen simultaneously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dirty="0"/>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dirty="0"/>
                        <a:t>Customer may not be involved or involved to a lesser degree</a:t>
                      </a:r>
                    </a:p>
                    <a:p>
                      <a:pPr marL="285750" indent="-285750">
                        <a:buFont typeface="Wingdings" panose="05000000000000000000" pitchFamily="2" charset="2"/>
                        <a:buChar char="ü"/>
                      </a:pPr>
                      <a:endParaRPr lang="en-IN" dirty="0"/>
                    </a:p>
                  </a:txBody>
                  <a:tcPr marL="121706" marR="121706"/>
                </a:tc>
                <a:tc>
                  <a:txBody>
                    <a:bodyPr/>
                    <a:lstStyle/>
                    <a:p>
                      <a:pPr marL="285750" indent="-285750">
                        <a:buFont typeface="Wingdings" panose="05000000000000000000" pitchFamily="2" charset="2"/>
                        <a:buChar char="ü"/>
                      </a:pPr>
                      <a:r>
                        <a:rPr lang="en-US" dirty="0"/>
                        <a:t>Service can be inventoried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Consumers may/ may not be physically present</a:t>
                      </a:r>
                      <a:endParaRPr lang="en-IN" dirty="0"/>
                    </a:p>
                  </a:txBody>
                  <a:tcPr marL="121706" marR="121706"/>
                </a:tc>
                <a:tc>
                  <a:txBody>
                    <a:bodyPr/>
                    <a:lstStyle/>
                    <a:p>
                      <a:pPr marL="285750" indent="-285750">
                        <a:buFont typeface="Wingdings" panose="05000000000000000000" pitchFamily="2" charset="2"/>
                        <a:buChar char="ü"/>
                      </a:pPr>
                      <a:r>
                        <a:rPr lang="en-US" dirty="0"/>
                        <a:t>Similar to mental stimulus processing</a:t>
                      </a:r>
                      <a:endParaRPr lang="en-IN" dirty="0"/>
                    </a:p>
                  </a:txBody>
                  <a:tcPr marL="121706" marR="121706"/>
                </a:tc>
                <a:extLst>
                  <a:ext uri="{0D108BD9-81ED-4DB2-BD59-A6C34878D82A}">
                    <a16:rowId xmlns:a16="http://schemas.microsoft.com/office/drawing/2014/main" val="1870664277"/>
                  </a:ext>
                </a:extLst>
              </a:tr>
              <a:tr h="1451167">
                <a:tc>
                  <a:txBody>
                    <a:bodyPr/>
                    <a:lstStyle/>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Haircut, Nail salon, Healthcare</a:t>
                      </a:r>
                      <a:endParaRPr lang="en-IN" dirty="0"/>
                    </a:p>
                  </a:txBody>
                  <a:tcPr marL="121706" marR="121706"/>
                </a:tc>
                <a:tc>
                  <a:txBody>
                    <a:bodyPr/>
                    <a:lstStyle/>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Elevator repair</a:t>
                      </a:r>
                    </a:p>
                    <a:p>
                      <a:pPr marL="285750" indent="-285750">
                        <a:buFont typeface="Wingdings" panose="05000000000000000000" pitchFamily="2" charset="2"/>
                        <a:buChar char="ü"/>
                      </a:pPr>
                      <a:r>
                        <a:rPr lang="en-US" dirty="0"/>
                        <a:t>Laundry</a:t>
                      </a:r>
                      <a:endParaRPr lang="en-IN" dirty="0"/>
                    </a:p>
                  </a:txBody>
                  <a:tcPr marL="121706" marR="121706"/>
                </a:tc>
                <a:tc>
                  <a:txBody>
                    <a:bodyPr/>
                    <a:lstStyle/>
                    <a:p>
                      <a:pPr marL="285750" indent="-285750">
                        <a:buFont typeface="Wingdings" panose="05000000000000000000" pitchFamily="2" charset="2"/>
                        <a:buChar char="ü"/>
                      </a:pPr>
                      <a:r>
                        <a:rPr lang="en-US" dirty="0"/>
                        <a:t>Education</a:t>
                      </a:r>
                    </a:p>
                    <a:p>
                      <a:pPr marL="285750" indent="-285750">
                        <a:buFont typeface="Wingdings" panose="05000000000000000000" pitchFamily="2" charset="2"/>
                        <a:buChar char="ü"/>
                      </a:pPr>
                      <a:r>
                        <a:rPr lang="en-US" dirty="0"/>
                        <a:t>Advertising</a:t>
                      </a:r>
                    </a:p>
                    <a:p>
                      <a:pPr marL="285750" indent="-285750">
                        <a:buFont typeface="Wingdings" panose="05000000000000000000" pitchFamily="2" charset="2"/>
                        <a:buChar char="ü"/>
                      </a:pPr>
                      <a:r>
                        <a:rPr lang="en-US" dirty="0" err="1"/>
                        <a:t>Youtube</a:t>
                      </a:r>
                      <a:endParaRPr lang="en-IN" dirty="0"/>
                    </a:p>
                  </a:txBody>
                  <a:tcPr marL="121706" marR="121706"/>
                </a:tc>
                <a:tc>
                  <a:txBody>
                    <a:bodyPr/>
                    <a:lstStyle/>
                    <a:p>
                      <a:pPr marL="285750" indent="-285750">
                        <a:buFont typeface="Wingdings" panose="05000000000000000000" pitchFamily="2" charset="2"/>
                        <a:buChar char="ü"/>
                      </a:pPr>
                      <a:r>
                        <a:rPr lang="en-US" dirty="0"/>
                        <a:t>Legal services</a:t>
                      </a:r>
                    </a:p>
                    <a:p>
                      <a:pPr marL="285750" indent="-285750">
                        <a:buFont typeface="Wingdings" panose="05000000000000000000" pitchFamily="2" charset="2"/>
                        <a:buChar char="ü"/>
                      </a:pPr>
                      <a:r>
                        <a:rPr lang="en-US" dirty="0"/>
                        <a:t>Banking</a:t>
                      </a:r>
                    </a:p>
                    <a:p>
                      <a:pPr marL="285750" indent="-285750">
                        <a:buFont typeface="Wingdings" panose="05000000000000000000" pitchFamily="2" charset="2"/>
                        <a:buChar char="ü"/>
                      </a:pPr>
                      <a:r>
                        <a:rPr lang="en-US" dirty="0"/>
                        <a:t>Accounting</a:t>
                      </a:r>
                    </a:p>
                    <a:p>
                      <a:pPr marL="285750" indent="-285750">
                        <a:buFont typeface="Wingdings" panose="05000000000000000000" pitchFamily="2" charset="2"/>
                        <a:buChar char="ü"/>
                      </a:pPr>
                      <a:r>
                        <a:rPr lang="en-US" dirty="0"/>
                        <a:t>Market Research</a:t>
                      </a:r>
                      <a:endParaRPr lang="en-IN" dirty="0"/>
                    </a:p>
                  </a:txBody>
                  <a:tcPr marL="121706" marR="121706"/>
                </a:tc>
                <a:extLst>
                  <a:ext uri="{0D108BD9-81ED-4DB2-BD59-A6C34878D82A}">
                    <a16:rowId xmlns:a16="http://schemas.microsoft.com/office/drawing/2014/main" val="1996157533"/>
                  </a:ext>
                </a:extLst>
              </a:tr>
            </a:tbl>
          </a:graphicData>
        </a:graphic>
      </p:graphicFrame>
    </p:spTree>
    <p:extLst>
      <p:ext uri="{BB962C8B-B14F-4D97-AF65-F5344CB8AC3E}">
        <p14:creationId xmlns:p14="http://schemas.microsoft.com/office/powerpoint/2010/main" val="344597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FC246-C67C-4ABF-304C-A5CED8E1267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81C1A7A-F867-7052-68BB-B53EB24AF5CD}"/>
              </a:ext>
            </a:extLst>
          </p:cNvPr>
          <p:cNvSpPr>
            <a:spLocks noGrp="1"/>
          </p:cNvSpPr>
          <p:nvPr>
            <p:ph type="title"/>
          </p:nvPr>
        </p:nvSpPr>
        <p:spPr>
          <a:xfrm>
            <a:off x="491613" y="503854"/>
            <a:ext cx="10404987" cy="723368"/>
          </a:xfrm>
        </p:spPr>
        <p:txBody>
          <a:bodyPr anchor="b">
            <a:normAutofit/>
          </a:bodyPr>
          <a:lstStyle/>
          <a:p>
            <a:r>
              <a:rPr lang="en-US" altLang="en-US" sz="3600" dirty="0">
                <a:solidFill>
                  <a:srgbClr val="0B5395"/>
                </a:solidFill>
                <a:latin typeface="Garamond" panose="02020404030301010803" pitchFamily="18" charset="0"/>
              </a:rPr>
              <a:t>Defining Services </a:t>
            </a:r>
          </a:p>
        </p:txBody>
      </p:sp>
      <p:sp>
        <p:nvSpPr>
          <p:cNvPr id="3" name="Content Placeholder 2">
            <a:extLst>
              <a:ext uri="{FF2B5EF4-FFF2-40B4-BE49-F238E27FC236}">
                <a16:creationId xmlns:a16="http://schemas.microsoft.com/office/drawing/2014/main" id="{B0D99F71-2CC0-3835-A83F-4CD168804C14}"/>
              </a:ext>
            </a:extLst>
          </p:cNvPr>
          <p:cNvSpPr>
            <a:spLocks noGrp="1"/>
          </p:cNvSpPr>
          <p:nvPr>
            <p:ph sz="half" idx="2"/>
          </p:nvPr>
        </p:nvSpPr>
        <p:spPr>
          <a:xfrm>
            <a:off x="585860" y="1564105"/>
            <a:ext cx="10404987" cy="4403558"/>
          </a:xfrm>
        </p:spPr>
        <p:txBody>
          <a:bodyPr>
            <a:noAutofit/>
          </a:bodyPr>
          <a:lstStyle/>
          <a:p>
            <a:pPr marL="414338" lvl="2" indent="0">
              <a:lnSpc>
                <a:spcPct val="100000"/>
              </a:lnSpc>
              <a:buNone/>
            </a:pPr>
            <a:r>
              <a:rPr lang="en-US" sz="5400" dirty="0">
                <a:solidFill>
                  <a:schemeClr val="tx1">
                    <a:lumMod val="85000"/>
                    <a:lumOff val="15000"/>
                  </a:schemeClr>
                </a:solidFill>
                <a:latin typeface="Garamond" panose="02020404030301010803" pitchFamily="18" charset="0"/>
              </a:rPr>
              <a:t>Services are </a:t>
            </a:r>
            <a:r>
              <a:rPr lang="en-US" sz="5400" b="1" dirty="0">
                <a:solidFill>
                  <a:schemeClr val="tx1">
                    <a:lumMod val="85000"/>
                    <a:lumOff val="15000"/>
                  </a:schemeClr>
                </a:solidFill>
                <a:latin typeface="Garamond" panose="02020404030301010803" pitchFamily="18" charset="0"/>
              </a:rPr>
              <a:t>deeds, processes, and performances </a:t>
            </a:r>
            <a:r>
              <a:rPr lang="en-US" sz="5400" dirty="0">
                <a:solidFill>
                  <a:schemeClr val="tx1">
                    <a:lumMod val="85000"/>
                    <a:lumOff val="15000"/>
                  </a:schemeClr>
                </a:solidFill>
                <a:latin typeface="Garamond" panose="02020404030301010803" pitchFamily="18" charset="0"/>
              </a:rPr>
              <a:t>provided, </a:t>
            </a:r>
            <a:r>
              <a:rPr lang="en-US" sz="5400" b="1" dirty="0">
                <a:solidFill>
                  <a:schemeClr val="tx1">
                    <a:lumMod val="85000"/>
                    <a:lumOff val="15000"/>
                  </a:schemeClr>
                </a:solidFill>
                <a:latin typeface="Garamond" panose="02020404030301010803" pitchFamily="18" charset="0"/>
              </a:rPr>
              <a:t>coproduced or cocreated </a:t>
            </a:r>
            <a:r>
              <a:rPr lang="en-US" sz="5400" dirty="0">
                <a:solidFill>
                  <a:schemeClr val="tx1">
                    <a:lumMod val="85000"/>
                    <a:lumOff val="15000"/>
                  </a:schemeClr>
                </a:solidFill>
                <a:latin typeface="Garamond" panose="02020404030301010803" pitchFamily="18" charset="0"/>
              </a:rPr>
              <a:t>by an entity or person for and/or with another entity or person.</a:t>
            </a:r>
            <a:endParaRPr lang="en-US" sz="5400" dirty="0">
              <a:latin typeface="Garamond" panose="02020404030301010803" pitchFamily="18" charset="0"/>
            </a:endParaRPr>
          </a:p>
        </p:txBody>
      </p:sp>
    </p:spTree>
    <p:extLst>
      <p:ext uri="{BB962C8B-B14F-4D97-AF65-F5344CB8AC3E}">
        <p14:creationId xmlns:p14="http://schemas.microsoft.com/office/powerpoint/2010/main" val="1015104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BDDB602-C9AE-1140-AEA1-8C48F9BF1D4F}"/>
              </a:ext>
            </a:extLst>
          </p:cNvPr>
          <p:cNvSpPr>
            <a:spLocks noGrp="1"/>
          </p:cNvSpPr>
          <p:nvPr>
            <p:ph type="title"/>
          </p:nvPr>
        </p:nvSpPr>
        <p:spPr>
          <a:xfrm>
            <a:off x="491613" y="503854"/>
            <a:ext cx="10404987" cy="723368"/>
          </a:xfrm>
        </p:spPr>
        <p:txBody>
          <a:bodyPr anchor="b">
            <a:normAutofit/>
          </a:bodyPr>
          <a:lstStyle/>
          <a:p>
            <a:r>
              <a:rPr lang="en-US" altLang="en-US" sz="3600" dirty="0">
                <a:latin typeface="Garamond" panose="02020404030301010803" pitchFamily="18" charset="0"/>
              </a:rPr>
              <a:t>One more classification..</a:t>
            </a:r>
          </a:p>
        </p:txBody>
      </p:sp>
      <p:sp>
        <p:nvSpPr>
          <p:cNvPr id="3" name="Content Placeholder 2">
            <a:extLst>
              <a:ext uri="{FF2B5EF4-FFF2-40B4-BE49-F238E27FC236}">
                <a16:creationId xmlns:a16="http://schemas.microsoft.com/office/drawing/2014/main" id="{1BF8EC3F-2A24-E549-9238-2B9F16E5768C}"/>
              </a:ext>
            </a:extLst>
          </p:cNvPr>
          <p:cNvSpPr>
            <a:spLocks noGrp="1"/>
          </p:cNvSpPr>
          <p:nvPr>
            <p:ph sz="half" idx="2"/>
          </p:nvPr>
        </p:nvSpPr>
        <p:spPr>
          <a:xfrm>
            <a:off x="585860" y="1564105"/>
            <a:ext cx="10404987" cy="4403558"/>
          </a:xfrm>
        </p:spPr>
        <p:txBody>
          <a:bodyPr>
            <a:normAutofit fontScale="92500" lnSpcReduction="10000"/>
          </a:bodyPr>
          <a:lstStyle/>
          <a:p>
            <a:pPr marL="928688" lvl="2" indent="-514350">
              <a:lnSpc>
                <a:spcPct val="100000"/>
              </a:lnSpc>
              <a:buFont typeface="+mj-lt"/>
              <a:buAutoNum type="arabicPeriod"/>
            </a:pPr>
            <a:r>
              <a:rPr lang="en-US" sz="2800" dirty="0">
                <a:latin typeface="Garamond" panose="02020404030301010803" pitchFamily="18" charset="0"/>
              </a:rPr>
              <a:t>Service industries and companies: where </a:t>
            </a:r>
            <a:r>
              <a:rPr lang="en-US" sz="2800" b="1" dirty="0">
                <a:latin typeface="Garamond" panose="02020404030301010803" pitchFamily="18" charset="0"/>
              </a:rPr>
              <a:t>the core product </a:t>
            </a:r>
            <a:r>
              <a:rPr lang="en-US" sz="2800" dirty="0">
                <a:latin typeface="Garamond" panose="02020404030301010803" pitchFamily="18" charset="0"/>
              </a:rPr>
              <a:t>is a service. Ex: financial services, hospitality.</a:t>
            </a:r>
          </a:p>
          <a:p>
            <a:pPr marL="928688" lvl="2" indent="-514350">
              <a:lnSpc>
                <a:spcPct val="100000"/>
              </a:lnSpc>
              <a:buFont typeface="+mj-lt"/>
              <a:buAutoNum type="arabicPeriod"/>
            </a:pPr>
            <a:r>
              <a:rPr lang="en-US" sz="2800" dirty="0">
                <a:latin typeface="Garamond" panose="02020404030301010803" pitchFamily="18" charset="0"/>
              </a:rPr>
              <a:t>Service as a product: </a:t>
            </a:r>
            <a:r>
              <a:rPr lang="en-US" sz="2800" b="1" dirty="0">
                <a:latin typeface="Garamond" panose="02020404030301010803" pitchFamily="18" charset="0"/>
              </a:rPr>
              <a:t>intangible</a:t>
            </a:r>
            <a:r>
              <a:rPr lang="en-US" sz="2800" dirty="0">
                <a:latin typeface="Garamond" panose="02020404030301010803" pitchFamily="18" charset="0"/>
              </a:rPr>
              <a:t> product offerings that customers value and pay for in the marketplace. Ex: maintenance service by Michelin (</a:t>
            </a:r>
            <a:r>
              <a:rPr lang="en-US" sz="2800" dirty="0" err="1">
                <a:latin typeface="Garamond" panose="02020404030301010803" pitchFamily="18" charset="0"/>
              </a:rPr>
              <a:t>tyre</a:t>
            </a:r>
            <a:r>
              <a:rPr lang="en-US" sz="2800" dirty="0">
                <a:latin typeface="Garamond" panose="02020404030301010803" pitchFamily="18" charset="0"/>
              </a:rPr>
              <a:t> maker), gift wrapping services.</a:t>
            </a:r>
          </a:p>
          <a:p>
            <a:pPr marL="928688" lvl="2" indent="-514350">
              <a:lnSpc>
                <a:spcPct val="100000"/>
              </a:lnSpc>
              <a:buFont typeface="+mj-lt"/>
              <a:buAutoNum type="arabicPeriod"/>
            </a:pPr>
            <a:r>
              <a:rPr lang="en-US" sz="2800" dirty="0">
                <a:latin typeface="Garamond" panose="02020404030301010803" pitchFamily="18" charset="0"/>
              </a:rPr>
              <a:t>Customer service: service provided in </a:t>
            </a:r>
            <a:r>
              <a:rPr lang="en-US" sz="2800" b="1" dirty="0">
                <a:latin typeface="Garamond" panose="02020404030301010803" pitchFamily="18" charset="0"/>
              </a:rPr>
              <a:t>support</a:t>
            </a:r>
            <a:r>
              <a:rPr lang="en-US" sz="2800" dirty="0">
                <a:latin typeface="Garamond" panose="02020404030301010803" pitchFamily="18" charset="0"/>
              </a:rPr>
              <a:t> of a company’s core products. Ex: service provided with technology purchase.</a:t>
            </a:r>
          </a:p>
          <a:p>
            <a:pPr marL="928688" lvl="2" indent="-514350">
              <a:lnSpc>
                <a:spcPct val="100000"/>
              </a:lnSpc>
              <a:buFont typeface="+mj-lt"/>
              <a:buAutoNum type="arabicPeriod"/>
            </a:pPr>
            <a:r>
              <a:rPr lang="en-US" sz="2800" dirty="0">
                <a:latin typeface="Garamond" panose="02020404030301010803" pitchFamily="18" charset="0"/>
              </a:rPr>
              <a:t>Derived service: proposes that the </a:t>
            </a:r>
            <a:r>
              <a:rPr lang="en-US" sz="2800" b="1" dirty="0">
                <a:latin typeface="Garamond" panose="02020404030301010803" pitchFamily="18" charset="0"/>
              </a:rPr>
              <a:t>value derived from physical goods</a:t>
            </a:r>
            <a:r>
              <a:rPr lang="en-US" sz="2800" dirty="0">
                <a:latin typeface="Garamond" panose="02020404030301010803" pitchFamily="18" charset="0"/>
              </a:rPr>
              <a:t> is really the service provided by the good, not the good itself. Ex: computers provide information and data manipulation services, razor proving barbering service.</a:t>
            </a:r>
          </a:p>
        </p:txBody>
      </p:sp>
      <p:sp>
        <p:nvSpPr>
          <p:cNvPr id="2" name="Rectangle: Rounded Corners 1">
            <a:extLst>
              <a:ext uri="{FF2B5EF4-FFF2-40B4-BE49-F238E27FC236}">
                <a16:creationId xmlns:a16="http://schemas.microsoft.com/office/drawing/2014/main" id="{490ABF23-1250-C326-14DA-5844EDFFF399}"/>
              </a:ext>
            </a:extLst>
          </p:cNvPr>
          <p:cNvSpPr/>
          <p:nvPr/>
        </p:nvSpPr>
        <p:spPr>
          <a:xfrm>
            <a:off x="9791700" y="106377"/>
            <a:ext cx="2209800" cy="6096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Classification 3</a:t>
            </a:r>
            <a:endParaRPr lang="en-IN" dirty="0"/>
          </a:p>
        </p:txBody>
      </p:sp>
    </p:spTree>
    <p:extLst>
      <p:ext uri="{BB962C8B-B14F-4D97-AF65-F5344CB8AC3E}">
        <p14:creationId xmlns:p14="http://schemas.microsoft.com/office/powerpoint/2010/main" val="2334418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2DF46-4E54-BB10-0F81-46E3FAA65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1691A-D2D8-DF27-DBB2-D1A63318C7C2}"/>
              </a:ext>
            </a:extLst>
          </p:cNvPr>
          <p:cNvSpPr>
            <a:spLocks noGrp="1"/>
          </p:cNvSpPr>
          <p:nvPr>
            <p:ph type="title"/>
          </p:nvPr>
        </p:nvSpPr>
        <p:spPr/>
        <p:txBody>
          <a:bodyPr/>
          <a:lstStyle/>
          <a:p>
            <a:pPr marL="414338" lvl="2" indent="0">
              <a:lnSpc>
                <a:spcPct val="100000"/>
              </a:lnSpc>
              <a:buFont typeface="Arial" pitchFamily="34" charset="0"/>
              <a:buNone/>
            </a:pPr>
            <a:r>
              <a:rPr lang="en-US" altLang="en-US" sz="2800" b="1" dirty="0">
                <a:latin typeface="Garamond" panose="02020404030301010803" pitchFamily="18" charset="0"/>
              </a:rPr>
              <a:t>Service Innovations in goods space (Hybrid offerings) – (Extension of Point 2 from the last slide)</a:t>
            </a:r>
            <a:endParaRPr lang="en-US" sz="2400" dirty="0">
              <a:latin typeface="Garamond" panose="02020404030301010803" pitchFamily="18" charset="0"/>
            </a:endParaRPr>
          </a:p>
        </p:txBody>
      </p:sp>
      <p:sp>
        <p:nvSpPr>
          <p:cNvPr id="5" name="Content Placeholder 2">
            <a:extLst>
              <a:ext uri="{FF2B5EF4-FFF2-40B4-BE49-F238E27FC236}">
                <a16:creationId xmlns:a16="http://schemas.microsoft.com/office/drawing/2014/main" id="{2A6FBAE4-6EB6-CB5D-0EEF-D686C449BB15}"/>
              </a:ext>
            </a:extLst>
          </p:cNvPr>
          <p:cNvSpPr txBox="1">
            <a:spLocks/>
          </p:cNvSpPr>
          <p:nvPr/>
        </p:nvSpPr>
        <p:spPr>
          <a:xfrm>
            <a:off x="585860" y="1564105"/>
            <a:ext cx="10404987" cy="4403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800" kern="1200">
                <a:solidFill>
                  <a:schemeClr val="tx1"/>
                </a:solidFill>
                <a:latin typeface="+mn-lt"/>
                <a:ea typeface="+mn-ea"/>
                <a:cs typeface="+mn-cs"/>
              </a:defRPr>
            </a:lvl9pPr>
          </a:lstStyle>
          <a:p>
            <a:pPr marL="414338" lvl="2" indent="0">
              <a:lnSpc>
                <a:spcPct val="100000"/>
              </a:lnSpc>
              <a:buFont typeface="Arial" pitchFamily="34" charset="0"/>
              <a:buNone/>
            </a:pPr>
            <a:endParaRPr lang="en-US" sz="2400" dirty="0">
              <a:latin typeface="Garamond" panose="02020404030301010803" pitchFamily="18" charset="0"/>
            </a:endParaRPr>
          </a:p>
        </p:txBody>
      </p:sp>
      <p:sp>
        <p:nvSpPr>
          <p:cNvPr id="6" name="Oval 5">
            <a:extLst>
              <a:ext uri="{FF2B5EF4-FFF2-40B4-BE49-F238E27FC236}">
                <a16:creationId xmlns:a16="http://schemas.microsoft.com/office/drawing/2014/main" id="{C1C38CA6-C089-C7BF-8C3D-C6F7862CC2C0}"/>
              </a:ext>
            </a:extLst>
          </p:cNvPr>
          <p:cNvSpPr/>
          <p:nvPr/>
        </p:nvSpPr>
        <p:spPr>
          <a:xfrm>
            <a:off x="7209194" y="2685766"/>
            <a:ext cx="2590800" cy="25908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65D72134-5F49-86B9-76CD-18851AB56A5A}"/>
              </a:ext>
            </a:extLst>
          </p:cNvPr>
          <p:cNvSpPr/>
          <p:nvPr/>
        </p:nvSpPr>
        <p:spPr>
          <a:xfrm>
            <a:off x="9037994" y="2685766"/>
            <a:ext cx="2590800" cy="2590800"/>
          </a:xfrm>
          <a:prstGeom prst="ellipse">
            <a:avLst/>
          </a:prstGeom>
          <a:solidFill>
            <a:schemeClr val="accent1">
              <a:alpha val="4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E35B3FF-C586-1D38-B78B-ABBEEA0C847E}"/>
              </a:ext>
            </a:extLst>
          </p:cNvPr>
          <p:cNvSpPr/>
          <p:nvPr/>
        </p:nvSpPr>
        <p:spPr>
          <a:xfrm>
            <a:off x="453624" y="2696917"/>
            <a:ext cx="2590800" cy="25908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CCFDC794-89F4-C566-93FE-30AA6F4D668B}"/>
              </a:ext>
            </a:extLst>
          </p:cNvPr>
          <p:cNvSpPr/>
          <p:nvPr/>
        </p:nvSpPr>
        <p:spPr>
          <a:xfrm>
            <a:off x="3299254" y="2696917"/>
            <a:ext cx="2590800" cy="2590800"/>
          </a:xfrm>
          <a:prstGeom prst="ellipse">
            <a:avLst/>
          </a:prstGeom>
          <a:solidFill>
            <a:schemeClr val="accent1">
              <a:alpha val="4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95C605E-11CC-EB34-C995-02753B8A3D2B}"/>
              </a:ext>
            </a:extLst>
          </p:cNvPr>
          <p:cNvSpPr txBox="1"/>
          <p:nvPr/>
        </p:nvSpPr>
        <p:spPr>
          <a:xfrm>
            <a:off x="3973017" y="3719556"/>
            <a:ext cx="1595554" cy="523220"/>
          </a:xfrm>
          <a:prstGeom prst="rect">
            <a:avLst/>
          </a:prstGeom>
          <a:noFill/>
        </p:spPr>
        <p:txBody>
          <a:bodyPr wrap="square">
            <a:spAutoFit/>
          </a:bodyPr>
          <a:lstStyle/>
          <a:p>
            <a:r>
              <a:rPr lang="en-US" altLang="en-US" sz="2800" b="1" dirty="0">
                <a:solidFill>
                  <a:schemeClr val="bg1"/>
                </a:solidFill>
                <a:latin typeface="Garamond" panose="02020404030301010803" pitchFamily="18" charset="0"/>
              </a:rPr>
              <a:t>Service</a:t>
            </a:r>
            <a:endParaRPr lang="en-IN" dirty="0">
              <a:solidFill>
                <a:schemeClr val="bg1"/>
              </a:solidFill>
            </a:endParaRPr>
          </a:p>
        </p:txBody>
      </p:sp>
      <p:sp>
        <p:nvSpPr>
          <p:cNvPr id="12" name="TextBox 11">
            <a:extLst>
              <a:ext uri="{FF2B5EF4-FFF2-40B4-BE49-F238E27FC236}">
                <a16:creationId xmlns:a16="http://schemas.microsoft.com/office/drawing/2014/main" id="{2C8A9D6F-C4B8-DB0E-BED9-035F3D810C21}"/>
              </a:ext>
            </a:extLst>
          </p:cNvPr>
          <p:cNvSpPr txBox="1"/>
          <p:nvPr/>
        </p:nvSpPr>
        <p:spPr>
          <a:xfrm>
            <a:off x="1117840" y="3719556"/>
            <a:ext cx="1595554" cy="523220"/>
          </a:xfrm>
          <a:prstGeom prst="rect">
            <a:avLst/>
          </a:prstGeom>
          <a:noFill/>
        </p:spPr>
        <p:txBody>
          <a:bodyPr wrap="square">
            <a:spAutoFit/>
          </a:bodyPr>
          <a:lstStyle/>
          <a:p>
            <a:r>
              <a:rPr lang="en-US" altLang="en-US" sz="2800" b="1" dirty="0">
                <a:solidFill>
                  <a:schemeClr val="bg1"/>
                </a:solidFill>
                <a:latin typeface="Garamond" panose="02020404030301010803" pitchFamily="18" charset="0"/>
              </a:rPr>
              <a:t>Goods</a:t>
            </a:r>
            <a:endParaRPr lang="en-IN" dirty="0">
              <a:solidFill>
                <a:schemeClr val="bg1"/>
              </a:solidFill>
            </a:endParaRPr>
          </a:p>
        </p:txBody>
      </p:sp>
      <p:sp>
        <p:nvSpPr>
          <p:cNvPr id="13" name="TextBox 12">
            <a:extLst>
              <a:ext uri="{FF2B5EF4-FFF2-40B4-BE49-F238E27FC236}">
                <a16:creationId xmlns:a16="http://schemas.microsoft.com/office/drawing/2014/main" id="{DD2BA0CB-6689-851F-E722-65B738F4177C}"/>
              </a:ext>
            </a:extLst>
          </p:cNvPr>
          <p:cNvSpPr txBox="1"/>
          <p:nvPr/>
        </p:nvSpPr>
        <p:spPr>
          <a:xfrm>
            <a:off x="10001645" y="3712139"/>
            <a:ext cx="1595554" cy="523220"/>
          </a:xfrm>
          <a:prstGeom prst="rect">
            <a:avLst/>
          </a:prstGeom>
          <a:noFill/>
        </p:spPr>
        <p:txBody>
          <a:bodyPr wrap="square">
            <a:spAutoFit/>
          </a:bodyPr>
          <a:lstStyle/>
          <a:p>
            <a:r>
              <a:rPr lang="en-US" altLang="en-US" sz="2800" b="1" dirty="0">
                <a:solidFill>
                  <a:schemeClr val="bg1"/>
                </a:solidFill>
                <a:latin typeface="Garamond" panose="02020404030301010803" pitchFamily="18" charset="0"/>
              </a:rPr>
              <a:t>Service</a:t>
            </a:r>
            <a:endParaRPr lang="en-IN" dirty="0">
              <a:solidFill>
                <a:schemeClr val="bg1"/>
              </a:solidFill>
            </a:endParaRPr>
          </a:p>
        </p:txBody>
      </p:sp>
      <p:sp>
        <p:nvSpPr>
          <p:cNvPr id="14" name="TextBox 13">
            <a:extLst>
              <a:ext uri="{FF2B5EF4-FFF2-40B4-BE49-F238E27FC236}">
                <a16:creationId xmlns:a16="http://schemas.microsoft.com/office/drawing/2014/main" id="{6D667E57-32F3-ECC0-8A2E-354CDDDB17C6}"/>
              </a:ext>
            </a:extLst>
          </p:cNvPr>
          <p:cNvSpPr txBox="1"/>
          <p:nvPr/>
        </p:nvSpPr>
        <p:spPr>
          <a:xfrm>
            <a:off x="7715317" y="3719556"/>
            <a:ext cx="1595554" cy="523220"/>
          </a:xfrm>
          <a:prstGeom prst="rect">
            <a:avLst/>
          </a:prstGeom>
          <a:noFill/>
        </p:spPr>
        <p:txBody>
          <a:bodyPr wrap="square">
            <a:spAutoFit/>
          </a:bodyPr>
          <a:lstStyle/>
          <a:p>
            <a:r>
              <a:rPr lang="en-US" altLang="en-US" sz="2800" b="1" dirty="0">
                <a:solidFill>
                  <a:schemeClr val="bg1"/>
                </a:solidFill>
                <a:latin typeface="Garamond" panose="02020404030301010803" pitchFamily="18" charset="0"/>
              </a:rPr>
              <a:t>Goods</a:t>
            </a:r>
            <a:endParaRPr lang="en-IN" dirty="0">
              <a:solidFill>
                <a:schemeClr val="bg1"/>
              </a:solidFill>
            </a:endParaRPr>
          </a:p>
        </p:txBody>
      </p:sp>
    </p:spTree>
    <p:extLst>
      <p:ext uri="{BB962C8B-B14F-4D97-AF65-F5344CB8AC3E}">
        <p14:creationId xmlns:p14="http://schemas.microsoft.com/office/powerpoint/2010/main" val="703611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D9A0A-A66A-32A3-36DE-1D9B349E059F}"/>
              </a:ext>
            </a:extLst>
          </p:cNvPr>
          <p:cNvSpPr>
            <a:spLocks noGrp="1"/>
          </p:cNvSpPr>
          <p:nvPr>
            <p:ph type="title"/>
          </p:nvPr>
        </p:nvSpPr>
        <p:spPr/>
        <p:txBody>
          <a:bodyPr/>
          <a:lstStyle/>
          <a:p>
            <a:r>
              <a:rPr lang="en-US" dirty="0"/>
              <a:t>Examples of service innovations in goods space</a:t>
            </a:r>
            <a:endParaRPr lang="en-IN" dirty="0"/>
          </a:p>
        </p:txBody>
      </p:sp>
      <p:pic>
        <p:nvPicPr>
          <p:cNvPr id="5" name="Picture 4">
            <a:extLst>
              <a:ext uri="{FF2B5EF4-FFF2-40B4-BE49-F238E27FC236}">
                <a16:creationId xmlns:a16="http://schemas.microsoft.com/office/drawing/2014/main" id="{4F288097-1C4B-5E9F-54E7-E843BD6F9E58}"/>
              </a:ext>
            </a:extLst>
          </p:cNvPr>
          <p:cNvPicPr>
            <a:picLocks noChangeAspect="1"/>
          </p:cNvPicPr>
          <p:nvPr/>
        </p:nvPicPr>
        <p:blipFill>
          <a:blip r:embed="rId2"/>
          <a:stretch>
            <a:fillRect/>
          </a:stretch>
        </p:blipFill>
        <p:spPr>
          <a:xfrm>
            <a:off x="1978716" y="2895600"/>
            <a:ext cx="8234569" cy="2767356"/>
          </a:xfrm>
          <a:prstGeom prst="rect">
            <a:avLst/>
          </a:prstGeom>
        </p:spPr>
      </p:pic>
      <p:sp>
        <p:nvSpPr>
          <p:cNvPr id="6" name="Content Placeholder 2">
            <a:extLst>
              <a:ext uri="{FF2B5EF4-FFF2-40B4-BE49-F238E27FC236}">
                <a16:creationId xmlns:a16="http://schemas.microsoft.com/office/drawing/2014/main" id="{433A6C6A-F265-C0C8-F8FD-0BD2ECF2D024}"/>
              </a:ext>
            </a:extLst>
          </p:cNvPr>
          <p:cNvSpPr txBox="1">
            <a:spLocks/>
          </p:cNvSpPr>
          <p:nvPr/>
        </p:nvSpPr>
        <p:spPr>
          <a:xfrm>
            <a:off x="585860" y="1828800"/>
            <a:ext cx="10404987" cy="721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800" kern="1200">
                <a:solidFill>
                  <a:schemeClr val="tx1"/>
                </a:solidFill>
                <a:latin typeface="+mn-lt"/>
                <a:ea typeface="+mn-ea"/>
                <a:cs typeface="+mn-cs"/>
              </a:defRPr>
            </a:lvl9pPr>
          </a:lstStyle>
          <a:p>
            <a:pPr marL="414338" lvl="2" indent="0">
              <a:lnSpc>
                <a:spcPct val="100000"/>
              </a:lnSpc>
              <a:buFont typeface="Arial" pitchFamily="34" charset="0"/>
              <a:buNone/>
            </a:pPr>
            <a:r>
              <a:rPr lang="en-US" altLang="en-US" sz="2800" b="1" dirty="0">
                <a:latin typeface="Garamond" panose="02020404030301010803" pitchFamily="18" charset="0"/>
              </a:rPr>
              <a:t>A truck manufacturer moving into the maintenance business</a:t>
            </a:r>
            <a:endParaRPr lang="en-US" sz="2400" dirty="0">
              <a:latin typeface="Garamond" panose="02020404030301010803" pitchFamily="18" charset="0"/>
            </a:endParaRPr>
          </a:p>
        </p:txBody>
      </p:sp>
    </p:spTree>
    <p:extLst>
      <p:ext uri="{BB962C8B-B14F-4D97-AF65-F5344CB8AC3E}">
        <p14:creationId xmlns:p14="http://schemas.microsoft.com/office/powerpoint/2010/main" val="3495567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67A6-7900-65FA-684B-247C4A6AA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F8DB8D-3049-3012-78B4-DA9EEF054C78}"/>
              </a:ext>
            </a:extLst>
          </p:cNvPr>
          <p:cNvSpPr>
            <a:spLocks noGrp="1"/>
          </p:cNvSpPr>
          <p:nvPr>
            <p:ph type="title"/>
          </p:nvPr>
        </p:nvSpPr>
        <p:spPr/>
        <p:txBody>
          <a:bodyPr/>
          <a:lstStyle/>
          <a:p>
            <a:r>
              <a:rPr lang="en-US" dirty="0"/>
              <a:t>Examples of service innovations in goods space</a:t>
            </a:r>
            <a:endParaRPr lang="en-IN" dirty="0"/>
          </a:p>
        </p:txBody>
      </p:sp>
      <p:sp>
        <p:nvSpPr>
          <p:cNvPr id="6" name="Content Placeholder 2">
            <a:extLst>
              <a:ext uri="{FF2B5EF4-FFF2-40B4-BE49-F238E27FC236}">
                <a16:creationId xmlns:a16="http://schemas.microsoft.com/office/drawing/2014/main" id="{1F1FE1C3-4FF6-80F9-6E0D-3E73D7610326}"/>
              </a:ext>
            </a:extLst>
          </p:cNvPr>
          <p:cNvSpPr txBox="1">
            <a:spLocks/>
          </p:cNvSpPr>
          <p:nvPr/>
        </p:nvSpPr>
        <p:spPr>
          <a:xfrm>
            <a:off x="585860" y="1828800"/>
            <a:ext cx="10404987" cy="721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800" kern="1200">
                <a:solidFill>
                  <a:schemeClr val="tx1"/>
                </a:solidFill>
                <a:latin typeface="+mn-lt"/>
                <a:ea typeface="+mn-ea"/>
                <a:cs typeface="+mn-cs"/>
              </a:defRPr>
            </a:lvl9pPr>
          </a:lstStyle>
          <a:p>
            <a:pPr marL="414338" lvl="2" indent="0">
              <a:lnSpc>
                <a:spcPct val="100000"/>
              </a:lnSpc>
              <a:buFont typeface="Arial" pitchFamily="34" charset="0"/>
              <a:buNone/>
            </a:pPr>
            <a:r>
              <a:rPr lang="en-US" altLang="en-US" sz="2800" b="1" dirty="0">
                <a:latin typeface="Garamond" panose="02020404030301010803" pitchFamily="18" charset="0"/>
              </a:rPr>
              <a:t>A retailer moving into the service business</a:t>
            </a:r>
            <a:endParaRPr lang="en-US" sz="2400" dirty="0">
              <a:latin typeface="Garamond" panose="02020404030301010803" pitchFamily="18" charset="0"/>
            </a:endParaRPr>
          </a:p>
        </p:txBody>
      </p:sp>
      <p:pic>
        <p:nvPicPr>
          <p:cNvPr id="3" name="Picture 2">
            <a:extLst>
              <a:ext uri="{FF2B5EF4-FFF2-40B4-BE49-F238E27FC236}">
                <a16:creationId xmlns:a16="http://schemas.microsoft.com/office/drawing/2014/main" id="{F8C0A83C-F0A4-D112-B968-853757433556}"/>
              </a:ext>
            </a:extLst>
          </p:cNvPr>
          <p:cNvPicPr>
            <a:picLocks noChangeAspect="1"/>
          </p:cNvPicPr>
          <p:nvPr/>
        </p:nvPicPr>
        <p:blipFill>
          <a:blip r:embed="rId2"/>
          <a:stretch>
            <a:fillRect/>
          </a:stretch>
        </p:blipFill>
        <p:spPr>
          <a:xfrm>
            <a:off x="1900248" y="2458688"/>
            <a:ext cx="8391504" cy="3895459"/>
          </a:xfrm>
          <a:prstGeom prst="rect">
            <a:avLst/>
          </a:prstGeom>
        </p:spPr>
      </p:pic>
    </p:spTree>
    <p:extLst>
      <p:ext uri="{BB962C8B-B14F-4D97-AF65-F5344CB8AC3E}">
        <p14:creationId xmlns:p14="http://schemas.microsoft.com/office/powerpoint/2010/main" val="155807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C25C3-6566-F1FC-9F60-D5550387478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221AC99-189C-D2E3-F45D-B7A4A79642A3}"/>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16DD49C2-6358-05A7-2159-11493F56A135}"/>
              </a:ext>
            </a:extLst>
          </p:cNvPr>
          <p:cNvSpPr>
            <a:spLocks noGrp="1"/>
          </p:cNvSpPr>
          <p:nvPr>
            <p:ph sz="half" idx="2"/>
          </p:nvPr>
        </p:nvSpPr>
        <p:spPr/>
        <p:txBody>
          <a:bodyPr/>
          <a:lstStyle/>
          <a:p>
            <a:endParaRPr lang="en-IN"/>
          </a:p>
        </p:txBody>
      </p:sp>
      <p:pic>
        <p:nvPicPr>
          <p:cNvPr id="6" name="Picture 5">
            <a:extLst>
              <a:ext uri="{FF2B5EF4-FFF2-40B4-BE49-F238E27FC236}">
                <a16:creationId xmlns:a16="http://schemas.microsoft.com/office/drawing/2014/main" id="{BF14C5E9-E0AF-4FA1-2016-41DD0511124C}"/>
              </a:ext>
            </a:extLst>
          </p:cNvPr>
          <p:cNvPicPr>
            <a:picLocks noChangeAspect="1"/>
          </p:cNvPicPr>
          <p:nvPr/>
        </p:nvPicPr>
        <p:blipFill>
          <a:blip r:embed="rId2"/>
          <a:stretch>
            <a:fillRect/>
          </a:stretch>
        </p:blipFill>
        <p:spPr>
          <a:xfrm>
            <a:off x="487194" y="761768"/>
            <a:ext cx="11217612" cy="2667231"/>
          </a:xfrm>
          <a:prstGeom prst="rect">
            <a:avLst/>
          </a:prstGeom>
        </p:spPr>
      </p:pic>
      <p:pic>
        <p:nvPicPr>
          <p:cNvPr id="8" name="Picture 7">
            <a:extLst>
              <a:ext uri="{FF2B5EF4-FFF2-40B4-BE49-F238E27FC236}">
                <a16:creationId xmlns:a16="http://schemas.microsoft.com/office/drawing/2014/main" id="{BD8EFFB8-1A9E-61E8-652A-F1FC813AB118}"/>
              </a:ext>
            </a:extLst>
          </p:cNvPr>
          <p:cNvPicPr>
            <a:picLocks noChangeAspect="1"/>
          </p:cNvPicPr>
          <p:nvPr/>
        </p:nvPicPr>
        <p:blipFill>
          <a:blip r:embed="rId3"/>
          <a:stretch>
            <a:fillRect/>
          </a:stretch>
        </p:blipFill>
        <p:spPr>
          <a:xfrm>
            <a:off x="1096380" y="3694348"/>
            <a:ext cx="10036410" cy="1028789"/>
          </a:xfrm>
          <a:prstGeom prst="rect">
            <a:avLst/>
          </a:prstGeom>
        </p:spPr>
      </p:pic>
      <p:pic>
        <p:nvPicPr>
          <p:cNvPr id="10" name="Picture 9">
            <a:extLst>
              <a:ext uri="{FF2B5EF4-FFF2-40B4-BE49-F238E27FC236}">
                <a16:creationId xmlns:a16="http://schemas.microsoft.com/office/drawing/2014/main" id="{21C2D0F9-0BAB-9FEC-B359-DB01F919C6AD}"/>
              </a:ext>
            </a:extLst>
          </p:cNvPr>
          <p:cNvPicPr>
            <a:picLocks noChangeAspect="1"/>
          </p:cNvPicPr>
          <p:nvPr/>
        </p:nvPicPr>
        <p:blipFill>
          <a:blip r:embed="rId4"/>
          <a:stretch>
            <a:fillRect/>
          </a:stretch>
        </p:blipFill>
        <p:spPr>
          <a:xfrm>
            <a:off x="1295400" y="4936312"/>
            <a:ext cx="9198137" cy="1120237"/>
          </a:xfrm>
          <a:prstGeom prst="rect">
            <a:avLst/>
          </a:prstGeom>
        </p:spPr>
      </p:pic>
    </p:spTree>
    <p:extLst>
      <p:ext uri="{BB962C8B-B14F-4D97-AF65-F5344CB8AC3E}">
        <p14:creationId xmlns:p14="http://schemas.microsoft.com/office/powerpoint/2010/main" val="1322657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128A5-E597-C2B2-BD13-B349EF308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0D754-4D7E-BA92-ACEC-F051648C91BB}"/>
              </a:ext>
            </a:extLst>
          </p:cNvPr>
          <p:cNvSpPr>
            <a:spLocks noGrp="1"/>
          </p:cNvSpPr>
          <p:nvPr>
            <p:ph type="title"/>
          </p:nvPr>
        </p:nvSpPr>
        <p:spPr/>
        <p:txBody>
          <a:bodyPr/>
          <a:lstStyle/>
          <a:p>
            <a:r>
              <a:rPr lang="en-US" dirty="0"/>
              <a:t>Services characteristics</a:t>
            </a:r>
            <a:endParaRPr lang="en-IN" dirty="0"/>
          </a:p>
        </p:txBody>
      </p:sp>
      <p:sp>
        <p:nvSpPr>
          <p:cNvPr id="4" name="Text Placeholder 3">
            <a:extLst>
              <a:ext uri="{FF2B5EF4-FFF2-40B4-BE49-F238E27FC236}">
                <a16:creationId xmlns:a16="http://schemas.microsoft.com/office/drawing/2014/main" id="{8C9A7FE9-9C3C-B564-8BB5-858E3606D93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1444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F2E9A-5B88-7C7C-C5F2-6D4E55CAFE88}"/>
            </a:ext>
          </a:extLst>
        </p:cNvPr>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7ED4D562-E68D-2E15-BE25-55C65F5F645C}"/>
              </a:ext>
            </a:extLst>
          </p:cNvPr>
          <p:cNvGraphicFramePr>
            <a:graphicFrameLocks noGrp="1"/>
          </p:cNvGraphicFramePr>
          <p:nvPr>
            <p:ph idx="1"/>
            <p:extLst>
              <p:ext uri="{D42A27DB-BD31-4B8C-83A1-F6EECF244321}">
                <p14:modId xmlns:p14="http://schemas.microsoft.com/office/powerpoint/2010/main" val="3880774765"/>
              </p:ext>
            </p:extLst>
          </p:nvPr>
        </p:nvGraphicFramePr>
        <p:xfrm>
          <a:off x="762000" y="1309009"/>
          <a:ext cx="10540182" cy="4711001"/>
        </p:xfrm>
        <a:graphic>
          <a:graphicData uri="http://schemas.openxmlformats.org/drawingml/2006/table">
            <a:tbl>
              <a:tblPr firstRow="1">
                <a:tableStyleId>{073A0DAA-6AF3-43AB-8588-CEC1D06C72B9}</a:tableStyleId>
              </a:tblPr>
              <a:tblGrid>
                <a:gridCol w="1713271">
                  <a:extLst>
                    <a:ext uri="{9D8B030D-6E8A-4147-A177-3AD203B41FA5}">
                      <a16:colId xmlns:a16="http://schemas.microsoft.com/office/drawing/2014/main" val="2019304911"/>
                    </a:ext>
                  </a:extLst>
                </a:gridCol>
                <a:gridCol w="2057400">
                  <a:extLst>
                    <a:ext uri="{9D8B030D-6E8A-4147-A177-3AD203B41FA5}">
                      <a16:colId xmlns:a16="http://schemas.microsoft.com/office/drawing/2014/main" val="2096477519"/>
                    </a:ext>
                  </a:extLst>
                </a:gridCol>
                <a:gridCol w="6769511">
                  <a:extLst>
                    <a:ext uri="{9D8B030D-6E8A-4147-A177-3AD203B41FA5}">
                      <a16:colId xmlns:a16="http://schemas.microsoft.com/office/drawing/2014/main" val="2355744077"/>
                    </a:ext>
                  </a:extLst>
                </a:gridCol>
              </a:tblGrid>
              <a:tr h="504761">
                <a:tc>
                  <a:txBody>
                    <a:bodyPr/>
                    <a:lstStyle/>
                    <a:p>
                      <a:r>
                        <a:rPr lang="en-US" sz="2400" dirty="0">
                          <a:latin typeface="Garamond" panose="02020404030301010803" pitchFamily="18" charset="0"/>
                        </a:rPr>
                        <a:t>Goods</a:t>
                      </a:r>
                    </a:p>
                  </a:txBody>
                  <a:tcPr anchor="ctr"/>
                </a:tc>
                <a:tc>
                  <a:txBody>
                    <a:bodyPr/>
                    <a:lstStyle/>
                    <a:p>
                      <a:r>
                        <a:rPr lang="en-US" sz="2400" dirty="0">
                          <a:latin typeface="Garamond" panose="02020404030301010803" pitchFamily="18" charset="0"/>
                        </a:rPr>
                        <a:t>Services</a:t>
                      </a:r>
                    </a:p>
                  </a:txBody>
                  <a:tcPr anchor="ctr"/>
                </a:tc>
                <a:tc>
                  <a:txBody>
                    <a:bodyPr/>
                    <a:lstStyle/>
                    <a:p>
                      <a:r>
                        <a:rPr lang="en-US" sz="2400" dirty="0">
                          <a:latin typeface="Garamond" panose="02020404030301010803" pitchFamily="18" charset="0"/>
                        </a:rPr>
                        <a:t>Resulting Implications</a:t>
                      </a:r>
                    </a:p>
                  </a:txBody>
                  <a:tcPr anchor="ctr"/>
                </a:tc>
                <a:extLst>
                  <a:ext uri="{0D108BD9-81ED-4DB2-BD59-A6C34878D82A}">
                    <a16:rowId xmlns:a16="http://schemas.microsoft.com/office/drawing/2014/main" val="4261316152"/>
                  </a:ext>
                </a:extLst>
              </a:tr>
              <a:tr h="1716186">
                <a:tc>
                  <a:txBody>
                    <a:bodyPr/>
                    <a:lstStyle/>
                    <a:p>
                      <a:r>
                        <a:rPr lang="en-US" sz="2400" dirty="0">
                          <a:latin typeface="Garamond" panose="02020404030301010803" pitchFamily="18" charset="0"/>
                        </a:rPr>
                        <a:t>Tangible</a:t>
                      </a:r>
                    </a:p>
                  </a:txBody>
                  <a:tcPr anchor="ctr">
                    <a:solidFill>
                      <a:schemeClr val="accent5">
                        <a:lumMod val="20000"/>
                        <a:lumOff val="80000"/>
                      </a:schemeClr>
                    </a:solidFill>
                  </a:tcPr>
                </a:tc>
                <a:tc>
                  <a:txBody>
                    <a:bodyPr/>
                    <a:lstStyle/>
                    <a:p>
                      <a:r>
                        <a:rPr lang="en-US" sz="2400" dirty="0">
                          <a:latin typeface="Garamond" panose="02020404030301010803" pitchFamily="18" charset="0"/>
                        </a:rPr>
                        <a:t>Intangible</a:t>
                      </a:r>
                    </a:p>
                  </a:txBody>
                  <a:tcPr anchor="ctr">
                    <a:solidFill>
                      <a:schemeClr val="accent5">
                        <a:lumMod val="20000"/>
                        <a:lumOff val="80000"/>
                      </a:schemeClr>
                    </a:solidFill>
                  </a:tcPr>
                </a:tc>
                <a:tc>
                  <a:txBody>
                    <a:bodyPr/>
                    <a:lstStyle/>
                    <a:p>
                      <a:pPr marL="171450" indent="-171450">
                        <a:buFont typeface="Arial" panose="020B0604020202020204" pitchFamily="34" charset="0"/>
                        <a:buChar char="•"/>
                      </a:pPr>
                      <a:r>
                        <a:rPr lang="en-US" sz="2400" dirty="0">
                          <a:latin typeface="Garamond" panose="02020404030301010803" pitchFamily="18" charset="0"/>
                        </a:rPr>
                        <a:t>Services cannot be inventoried.</a:t>
                      </a:r>
                    </a:p>
                    <a:p>
                      <a:pPr marL="171450" indent="-171450">
                        <a:buFont typeface="Arial" panose="020B0604020202020204" pitchFamily="34" charset="0"/>
                        <a:buChar char="•"/>
                      </a:pPr>
                      <a:r>
                        <a:rPr lang="en-US" sz="2400" dirty="0">
                          <a:latin typeface="Garamond" panose="02020404030301010803" pitchFamily="18" charset="0"/>
                        </a:rPr>
                        <a:t>Services cannot be easily patented.</a:t>
                      </a:r>
                    </a:p>
                    <a:p>
                      <a:pPr marL="171450" indent="-171450">
                        <a:buFont typeface="Arial" panose="020B0604020202020204" pitchFamily="34" charset="0"/>
                        <a:buChar char="•"/>
                      </a:pPr>
                      <a:r>
                        <a:rPr lang="en-US" sz="2400" dirty="0">
                          <a:latin typeface="Garamond" panose="02020404030301010803" pitchFamily="18" charset="0"/>
                        </a:rPr>
                        <a:t>Services cannot be readily displayed or communicated.</a:t>
                      </a:r>
                    </a:p>
                    <a:p>
                      <a:pPr marL="171450" indent="-171450">
                        <a:buFont typeface="Arial" panose="020B0604020202020204" pitchFamily="34" charset="0"/>
                        <a:buChar char="•"/>
                      </a:pPr>
                      <a:r>
                        <a:rPr lang="en-US" sz="2400" dirty="0">
                          <a:latin typeface="Garamond" panose="02020404030301010803" pitchFamily="18" charset="0"/>
                        </a:rPr>
                        <a:t>Pricing is difficult.</a:t>
                      </a:r>
                    </a:p>
                  </a:txBody>
                  <a:tcPr anchor="ctr">
                    <a:solidFill>
                      <a:schemeClr val="accent5">
                        <a:lumMod val="20000"/>
                        <a:lumOff val="80000"/>
                      </a:schemeClr>
                    </a:solidFill>
                  </a:tcPr>
                </a:tc>
                <a:extLst>
                  <a:ext uri="{0D108BD9-81ED-4DB2-BD59-A6C34878D82A}">
                    <a16:rowId xmlns:a16="http://schemas.microsoft.com/office/drawing/2014/main" val="991332338"/>
                  </a:ext>
                </a:extLst>
              </a:tr>
              <a:tr h="2119995">
                <a:tc>
                  <a:txBody>
                    <a:bodyPr/>
                    <a:lstStyle/>
                    <a:p>
                      <a:r>
                        <a:rPr lang="en-US" sz="2400" dirty="0">
                          <a:latin typeface="Garamond" panose="02020404030301010803" pitchFamily="18" charset="0"/>
                        </a:rPr>
                        <a:t>Standardized</a:t>
                      </a:r>
                    </a:p>
                  </a:txBody>
                  <a:tcPr anchor="ctr"/>
                </a:tc>
                <a:tc>
                  <a:txBody>
                    <a:bodyPr/>
                    <a:lstStyle/>
                    <a:p>
                      <a:r>
                        <a:rPr lang="en-US" sz="2400" dirty="0">
                          <a:latin typeface="Garamond" panose="02020404030301010803" pitchFamily="18" charset="0"/>
                        </a:rPr>
                        <a:t>Heterogeneous</a:t>
                      </a:r>
                    </a:p>
                  </a:txBody>
                  <a:tcPr anchor="ctr"/>
                </a:tc>
                <a:tc>
                  <a:txBody>
                    <a:bodyPr/>
                    <a:lstStyle/>
                    <a:p>
                      <a:pPr marL="171450" indent="-171450">
                        <a:buFont typeface="Arial" panose="020B0604020202020204" pitchFamily="34" charset="0"/>
                        <a:buChar char="•"/>
                      </a:pPr>
                      <a:r>
                        <a:rPr lang="en-US" sz="2400" dirty="0">
                          <a:latin typeface="Garamond" panose="02020404030301010803" pitchFamily="18" charset="0"/>
                        </a:rPr>
                        <a:t>Service delivery and customer satisfaction depend on employee and customer actions.</a:t>
                      </a:r>
                    </a:p>
                    <a:p>
                      <a:pPr marL="171450" indent="-171450">
                        <a:buFont typeface="Arial" panose="020B0604020202020204" pitchFamily="34" charset="0"/>
                        <a:buChar char="•"/>
                      </a:pPr>
                      <a:r>
                        <a:rPr lang="en-US" sz="2400" dirty="0">
                          <a:latin typeface="Garamond" panose="02020404030301010803" pitchFamily="18" charset="0"/>
                        </a:rPr>
                        <a:t>Service quality depends on many uncontrollable factors.</a:t>
                      </a:r>
                    </a:p>
                    <a:p>
                      <a:pPr marL="171450" indent="-171450">
                        <a:buFont typeface="Arial" panose="020B0604020202020204" pitchFamily="34" charset="0"/>
                        <a:buChar char="•"/>
                      </a:pPr>
                      <a:r>
                        <a:rPr lang="en-US" sz="2400" dirty="0">
                          <a:latin typeface="Garamond" panose="02020404030301010803" pitchFamily="18" charset="0"/>
                        </a:rPr>
                        <a:t>There is no sure knowledge that the service delivered matches what was planned and promoted.</a:t>
                      </a:r>
                    </a:p>
                  </a:txBody>
                  <a:tcPr anchor="ctr"/>
                </a:tc>
                <a:extLst>
                  <a:ext uri="{0D108BD9-81ED-4DB2-BD59-A6C34878D82A}">
                    <a16:rowId xmlns:a16="http://schemas.microsoft.com/office/drawing/2014/main" val="3949574415"/>
                  </a:ext>
                </a:extLst>
              </a:tr>
            </a:tbl>
          </a:graphicData>
        </a:graphic>
      </p:graphicFrame>
      <p:sp>
        <p:nvSpPr>
          <p:cNvPr id="14" name="Title 1">
            <a:extLst>
              <a:ext uri="{FF2B5EF4-FFF2-40B4-BE49-F238E27FC236}">
                <a16:creationId xmlns:a16="http://schemas.microsoft.com/office/drawing/2014/main" id="{CBC1AB44-C597-1E8A-639E-F7FC21D453BE}"/>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Differentiating services from goods</a:t>
            </a:r>
          </a:p>
        </p:txBody>
      </p:sp>
    </p:spTree>
    <p:extLst>
      <p:ext uri="{BB962C8B-B14F-4D97-AF65-F5344CB8AC3E}">
        <p14:creationId xmlns:p14="http://schemas.microsoft.com/office/powerpoint/2010/main" val="39709287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7F561-61AA-D61C-C534-3720DA033BA4}"/>
              </a:ext>
            </a:extLst>
          </p:cNvPr>
          <p:cNvSpPr>
            <a:spLocks noGrp="1"/>
          </p:cNvSpPr>
          <p:nvPr>
            <p:ph type="title"/>
          </p:nvPr>
        </p:nvSpPr>
        <p:spPr/>
        <p:txBody>
          <a:bodyPr/>
          <a:lstStyle/>
          <a:p>
            <a:r>
              <a:rPr lang="en-US" dirty="0"/>
              <a:t>Any guesses?</a:t>
            </a:r>
            <a:endParaRPr lang="en-IN" dirty="0"/>
          </a:p>
        </p:txBody>
      </p:sp>
      <p:sp>
        <p:nvSpPr>
          <p:cNvPr id="3" name="Content Placeholder 2">
            <a:extLst>
              <a:ext uri="{FF2B5EF4-FFF2-40B4-BE49-F238E27FC236}">
                <a16:creationId xmlns:a16="http://schemas.microsoft.com/office/drawing/2014/main" id="{59F8C4B6-33E4-55DC-35DC-37AE9428CCCA}"/>
              </a:ext>
            </a:extLst>
          </p:cNvPr>
          <p:cNvSpPr>
            <a:spLocks noGrp="1"/>
          </p:cNvSpPr>
          <p:nvPr>
            <p:ph idx="1"/>
          </p:nvPr>
        </p:nvSpPr>
        <p:spPr>
          <a:xfrm>
            <a:off x="1295400" y="1981201"/>
            <a:ext cx="4681655" cy="3809999"/>
          </a:xfrm>
        </p:spPr>
        <p:txBody>
          <a:bodyPr/>
          <a:lstStyle/>
          <a:p>
            <a:r>
              <a:rPr lang="en-US" dirty="0"/>
              <a:t>An evidence of tangibility</a:t>
            </a:r>
          </a:p>
          <a:p>
            <a:pPr lvl="1"/>
            <a:r>
              <a:rPr lang="en-US" dirty="0"/>
              <a:t>Physical evidence</a:t>
            </a:r>
          </a:p>
          <a:p>
            <a:pPr lvl="1"/>
            <a:r>
              <a:rPr lang="en-US" dirty="0"/>
              <a:t>Brand history</a:t>
            </a:r>
          </a:p>
          <a:p>
            <a:pPr lvl="1"/>
            <a:r>
              <a:rPr lang="en-US" dirty="0"/>
              <a:t>Reputation</a:t>
            </a:r>
            <a:endParaRPr lang="en-IN" dirty="0"/>
          </a:p>
        </p:txBody>
      </p:sp>
      <p:pic>
        <p:nvPicPr>
          <p:cNvPr id="5" name="Picture 4">
            <a:extLst>
              <a:ext uri="{FF2B5EF4-FFF2-40B4-BE49-F238E27FC236}">
                <a16:creationId xmlns:a16="http://schemas.microsoft.com/office/drawing/2014/main" id="{8EA237F1-4495-3D21-518F-C5BB14433459}"/>
              </a:ext>
            </a:extLst>
          </p:cNvPr>
          <p:cNvPicPr>
            <a:picLocks noChangeAspect="1"/>
          </p:cNvPicPr>
          <p:nvPr/>
        </p:nvPicPr>
        <p:blipFill>
          <a:blip r:embed="rId2"/>
          <a:stretch>
            <a:fillRect/>
          </a:stretch>
        </p:blipFill>
        <p:spPr>
          <a:xfrm>
            <a:off x="6214946" y="990600"/>
            <a:ext cx="4238625" cy="4276725"/>
          </a:xfrm>
          <a:prstGeom prst="rect">
            <a:avLst/>
          </a:prstGeom>
        </p:spPr>
      </p:pic>
    </p:spTree>
    <p:extLst>
      <p:ext uri="{BB962C8B-B14F-4D97-AF65-F5344CB8AC3E}">
        <p14:creationId xmlns:p14="http://schemas.microsoft.com/office/powerpoint/2010/main" val="425027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a:extLst>
              <a:ext uri="{FF2B5EF4-FFF2-40B4-BE49-F238E27FC236}">
                <a16:creationId xmlns:a16="http://schemas.microsoft.com/office/drawing/2014/main" id="{D6AAF19D-775F-7C83-9B6E-7679B2EE48D1}"/>
              </a:ext>
            </a:extLst>
          </p:cNvPr>
          <p:cNvGraphicFramePr>
            <a:graphicFrameLocks noGrp="1"/>
          </p:cNvGraphicFramePr>
          <p:nvPr>
            <p:ph idx="1"/>
            <p:extLst>
              <p:ext uri="{D42A27DB-BD31-4B8C-83A1-F6EECF244321}">
                <p14:modId xmlns:p14="http://schemas.microsoft.com/office/powerpoint/2010/main" val="3124098778"/>
              </p:ext>
            </p:extLst>
          </p:nvPr>
        </p:nvGraphicFramePr>
        <p:xfrm>
          <a:off x="953729" y="1297858"/>
          <a:ext cx="10540182" cy="3931920"/>
        </p:xfrm>
        <a:graphic>
          <a:graphicData uri="http://schemas.openxmlformats.org/drawingml/2006/table">
            <a:tbl>
              <a:tblPr firstRow="1">
                <a:tableStyleId>{073A0DAA-6AF3-43AB-8588-CEC1D06C72B9}</a:tableStyleId>
              </a:tblPr>
              <a:tblGrid>
                <a:gridCol w="2018071">
                  <a:extLst>
                    <a:ext uri="{9D8B030D-6E8A-4147-A177-3AD203B41FA5}">
                      <a16:colId xmlns:a16="http://schemas.microsoft.com/office/drawing/2014/main" val="2019304911"/>
                    </a:ext>
                  </a:extLst>
                </a:gridCol>
                <a:gridCol w="2133600">
                  <a:extLst>
                    <a:ext uri="{9D8B030D-6E8A-4147-A177-3AD203B41FA5}">
                      <a16:colId xmlns:a16="http://schemas.microsoft.com/office/drawing/2014/main" val="2096477519"/>
                    </a:ext>
                  </a:extLst>
                </a:gridCol>
                <a:gridCol w="6388511">
                  <a:extLst>
                    <a:ext uri="{9D8B030D-6E8A-4147-A177-3AD203B41FA5}">
                      <a16:colId xmlns:a16="http://schemas.microsoft.com/office/drawing/2014/main" val="2355744077"/>
                    </a:ext>
                  </a:extLst>
                </a:gridCol>
              </a:tblGrid>
              <a:tr h="328803">
                <a:tc>
                  <a:txBody>
                    <a:bodyPr/>
                    <a:lstStyle/>
                    <a:p>
                      <a:r>
                        <a:rPr lang="en-US" sz="2400" dirty="0">
                          <a:latin typeface="Garamond" panose="02020404030301010803" pitchFamily="18" charset="0"/>
                        </a:rPr>
                        <a:t>Goods</a:t>
                      </a:r>
                    </a:p>
                  </a:txBody>
                  <a:tcPr anchor="ctr"/>
                </a:tc>
                <a:tc>
                  <a:txBody>
                    <a:bodyPr/>
                    <a:lstStyle/>
                    <a:p>
                      <a:r>
                        <a:rPr lang="en-US" sz="2400" dirty="0">
                          <a:latin typeface="Garamond" panose="02020404030301010803" pitchFamily="18" charset="0"/>
                        </a:rPr>
                        <a:t>Services</a:t>
                      </a:r>
                    </a:p>
                  </a:txBody>
                  <a:tcPr anchor="ctr"/>
                </a:tc>
                <a:tc>
                  <a:txBody>
                    <a:bodyPr/>
                    <a:lstStyle/>
                    <a:p>
                      <a:r>
                        <a:rPr lang="en-US" sz="2400" dirty="0">
                          <a:latin typeface="Garamond" panose="02020404030301010803" pitchFamily="18" charset="0"/>
                        </a:rPr>
                        <a:t>Resulting Implications</a:t>
                      </a:r>
                    </a:p>
                  </a:txBody>
                  <a:tcPr anchor="ctr"/>
                </a:tc>
                <a:extLst>
                  <a:ext uri="{0D108BD9-81ED-4DB2-BD59-A6C34878D82A}">
                    <a16:rowId xmlns:a16="http://schemas.microsoft.com/office/drawing/2014/main" val="4261316152"/>
                  </a:ext>
                </a:extLst>
              </a:tr>
              <a:tr h="1408287">
                <a:tc>
                  <a:txBody>
                    <a:bodyPr/>
                    <a:lstStyle/>
                    <a:p>
                      <a:r>
                        <a:rPr lang="en-US" sz="2400" dirty="0">
                          <a:latin typeface="Garamond" panose="02020404030301010803" pitchFamily="18" charset="0"/>
                        </a:rPr>
                        <a:t>Production separate from consumption</a:t>
                      </a:r>
                    </a:p>
                  </a:txBody>
                  <a:tcPr anchor="ctr">
                    <a:solidFill>
                      <a:schemeClr val="accent5">
                        <a:lumMod val="20000"/>
                        <a:lumOff val="80000"/>
                      </a:schemeClr>
                    </a:solidFill>
                  </a:tcPr>
                </a:tc>
                <a:tc>
                  <a:txBody>
                    <a:bodyPr/>
                    <a:lstStyle/>
                    <a:p>
                      <a:r>
                        <a:rPr lang="en-US" sz="2400" dirty="0">
                          <a:latin typeface="Garamond" panose="02020404030301010803" pitchFamily="18" charset="0"/>
                        </a:rPr>
                        <a:t>Simultaneous production and consumption</a:t>
                      </a:r>
                    </a:p>
                  </a:txBody>
                  <a:tcPr anchor="ctr">
                    <a:solidFill>
                      <a:schemeClr val="accent5">
                        <a:lumMod val="20000"/>
                        <a:lumOff val="80000"/>
                      </a:schemeClr>
                    </a:solidFill>
                  </a:tcPr>
                </a:tc>
                <a:tc>
                  <a:txBody>
                    <a:bodyPr/>
                    <a:lstStyle/>
                    <a:p>
                      <a:pPr marL="171450" indent="-171450">
                        <a:buFont typeface="Arial" panose="020B0604020202020204" pitchFamily="34" charset="0"/>
                        <a:buChar char="•"/>
                      </a:pPr>
                      <a:r>
                        <a:rPr lang="en-US" sz="2400" dirty="0">
                          <a:latin typeface="Garamond" panose="02020404030301010803" pitchFamily="18" charset="0"/>
                        </a:rPr>
                        <a:t>Customers participate in and affect the transaction.</a:t>
                      </a:r>
                    </a:p>
                    <a:p>
                      <a:pPr marL="171450" indent="-171450">
                        <a:buFont typeface="Arial" panose="020B0604020202020204" pitchFamily="34" charset="0"/>
                        <a:buChar char="•"/>
                      </a:pPr>
                      <a:r>
                        <a:rPr lang="en-US" sz="2400" dirty="0">
                          <a:latin typeface="Garamond" panose="02020404030301010803" pitchFamily="18" charset="0"/>
                        </a:rPr>
                        <a:t>Customers affect each other.</a:t>
                      </a:r>
                    </a:p>
                    <a:p>
                      <a:pPr marL="171450" indent="-171450">
                        <a:buFont typeface="Arial" panose="020B0604020202020204" pitchFamily="34" charset="0"/>
                        <a:buChar char="•"/>
                      </a:pPr>
                      <a:r>
                        <a:rPr lang="en-US" sz="2400" dirty="0">
                          <a:latin typeface="Garamond" panose="02020404030301010803" pitchFamily="18" charset="0"/>
                        </a:rPr>
                        <a:t>Employees affect the service outcome.</a:t>
                      </a:r>
                    </a:p>
                    <a:p>
                      <a:pPr marL="171450" indent="-171450">
                        <a:buFont typeface="Arial" panose="020B0604020202020204" pitchFamily="34" charset="0"/>
                        <a:buChar char="•"/>
                      </a:pPr>
                      <a:r>
                        <a:rPr lang="en-US" sz="2400" dirty="0">
                          <a:latin typeface="Garamond" panose="02020404030301010803" pitchFamily="18" charset="0"/>
                        </a:rPr>
                        <a:t>Mass production is difficult.</a:t>
                      </a:r>
                    </a:p>
                  </a:txBody>
                  <a:tcPr anchor="ctr">
                    <a:solidFill>
                      <a:schemeClr val="accent5">
                        <a:lumMod val="20000"/>
                        <a:lumOff val="80000"/>
                      </a:schemeClr>
                    </a:solidFill>
                  </a:tcPr>
                </a:tc>
                <a:extLst>
                  <a:ext uri="{0D108BD9-81ED-4DB2-BD59-A6C34878D82A}">
                    <a16:rowId xmlns:a16="http://schemas.microsoft.com/office/drawing/2014/main" val="3519476138"/>
                  </a:ext>
                </a:extLst>
              </a:tr>
              <a:tr h="844972">
                <a:tc>
                  <a:txBody>
                    <a:bodyPr/>
                    <a:lstStyle/>
                    <a:p>
                      <a:r>
                        <a:rPr lang="en-US" sz="2400" dirty="0">
                          <a:latin typeface="Garamond" panose="02020404030301010803" pitchFamily="18" charset="0"/>
                        </a:rPr>
                        <a:t>Nonperishable</a:t>
                      </a:r>
                    </a:p>
                  </a:txBody>
                  <a:tcPr anchor="ctr"/>
                </a:tc>
                <a:tc>
                  <a:txBody>
                    <a:bodyPr/>
                    <a:lstStyle/>
                    <a:p>
                      <a:r>
                        <a:rPr lang="en-US" sz="2400" dirty="0">
                          <a:latin typeface="Garamond" panose="02020404030301010803" pitchFamily="18" charset="0"/>
                        </a:rPr>
                        <a:t>Perishable</a:t>
                      </a:r>
                    </a:p>
                  </a:txBody>
                  <a:tcPr anchor="ctr"/>
                </a:tc>
                <a:tc>
                  <a:txBody>
                    <a:bodyPr/>
                    <a:lstStyle/>
                    <a:p>
                      <a:pPr marL="171450" indent="-171450">
                        <a:buFont typeface="Arial" panose="020B0604020202020204" pitchFamily="34" charset="0"/>
                        <a:buChar char="•"/>
                      </a:pPr>
                      <a:r>
                        <a:rPr lang="en-US" sz="2400" dirty="0">
                          <a:latin typeface="Garamond" panose="02020404030301010803" pitchFamily="18" charset="0"/>
                        </a:rPr>
                        <a:t>It is difficult to synchronize supply and demand of services.</a:t>
                      </a:r>
                    </a:p>
                    <a:p>
                      <a:pPr marL="171450" indent="-171450">
                        <a:buFont typeface="Arial" panose="020B0604020202020204" pitchFamily="34" charset="0"/>
                        <a:buChar char="•"/>
                      </a:pPr>
                      <a:r>
                        <a:rPr lang="en-US" sz="2400" dirty="0">
                          <a:latin typeface="Garamond" panose="02020404030301010803" pitchFamily="18" charset="0"/>
                        </a:rPr>
                        <a:t>Services cannot be returned and sold.</a:t>
                      </a:r>
                    </a:p>
                    <a:p>
                      <a:pPr marL="171450" indent="-171450">
                        <a:buFont typeface="Arial" panose="020B0604020202020204" pitchFamily="34" charset="0"/>
                        <a:buChar char="•"/>
                      </a:pPr>
                      <a:r>
                        <a:rPr lang="en-US" sz="2400" dirty="0">
                          <a:latin typeface="Garamond" panose="02020404030301010803" pitchFamily="18" charset="0"/>
                        </a:rPr>
                        <a:t>Services for any given time-period cannot be sold or delivered at a later date.</a:t>
                      </a:r>
                    </a:p>
                  </a:txBody>
                  <a:tcPr anchor="ctr"/>
                </a:tc>
                <a:extLst>
                  <a:ext uri="{0D108BD9-81ED-4DB2-BD59-A6C34878D82A}">
                    <a16:rowId xmlns:a16="http://schemas.microsoft.com/office/drawing/2014/main" val="2119847966"/>
                  </a:ext>
                </a:extLst>
              </a:tr>
            </a:tbl>
          </a:graphicData>
        </a:graphic>
      </p:graphicFrame>
      <p:sp>
        <p:nvSpPr>
          <p:cNvPr id="14" name="Title 1">
            <a:extLst>
              <a:ext uri="{FF2B5EF4-FFF2-40B4-BE49-F238E27FC236}">
                <a16:creationId xmlns:a16="http://schemas.microsoft.com/office/drawing/2014/main" id="{EAC6C4FA-9F71-C534-ECF4-19F1D132ED34}"/>
              </a:ext>
            </a:extLst>
          </p:cNvPr>
          <p:cNvSpPr>
            <a:spLocks noGrp="1"/>
          </p:cNvSpPr>
          <p:nvPr>
            <p:ph type="title"/>
          </p:nvPr>
        </p:nvSpPr>
        <p:spPr>
          <a:xfrm>
            <a:off x="491613" y="503854"/>
            <a:ext cx="11257935" cy="723368"/>
          </a:xfrm>
        </p:spPr>
        <p:txBody>
          <a:bodyPr anchor="b">
            <a:normAutofit/>
          </a:bodyPr>
          <a:lstStyle/>
          <a:p>
            <a:r>
              <a:rPr lang="en-US" altLang="en-US" sz="3600" dirty="0">
                <a:solidFill>
                  <a:srgbClr val="0B5395"/>
                </a:solidFill>
                <a:latin typeface="Garamond" panose="02020404030301010803" pitchFamily="18" charset="0"/>
              </a:rPr>
              <a:t>Differentiating services from goods</a:t>
            </a:r>
          </a:p>
        </p:txBody>
      </p:sp>
    </p:spTree>
    <p:extLst>
      <p:ext uri="{BB962C8B-B14F-4D97-AF65-F5344CB8AC3E}">
        <p14:creationId xmlns:p14="http://schemas.microsoft.com/office/powerpoint/2010/main" val="3041460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693607" y="591765"/>
            <a:ext cx="8804787" cy="1143000"/>
          </a:xfrm>
        </p:spPr>
        <p:txBody>
          <a:bodyPr>
            <a:normAutofit/>
          </a:bodyPr>
          <a:lstStyle/>
          <a:p>
            <a:pPr algn="ctr"/>
            <a:r>
              <a:rPr lang="en-US" altLang="en-US" sz="3600" dirty="0">
                <a:solidFill>
                  <a:srgbClr val="0B5395"/>
                </a:solidFill>
                <a:latin typeface="Garamond" panose="02020404030301010803" pitchFamily="18" charset="0"/>
              </a:rPr>
              <a:t>Simultaneous Production and Consumption</a:t>
            </a:r>
            <a:endParaRPr lang="en-US" altLang="en-US" sz="3600" b="1" dirty="0">
              <a:solidFill>
                <a:srgbClr val="0B5395"/>
              </a:solidFill>
              <a:latin typeface="Garamond" panose="02020404030301010803" pitchFamily="18" charset="0"/>
            </a:endParaRPr>
          </a:p>
        </p:txBody>
      </p:sp>
      <p:pic>
        <p:nvPicPr>
          <p:cNvPr id="5122" name="Picture 2" descr="7 Ways That Teachers Can Improve Their Lessons | by Europass">
            <a:extLst>
              <a:ext uri="{FF2B5EF4-FFF2-40B4-BE49-F238E27FC236}">
                <a16:creationId xmlns:a16="http://schemas.microsoft.com/office/drawing/2014/main" id="{5627D671-C387-A21F-3374-A6A8C46E7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34" y="1924665"/>
            <a:ext cx="3242206" cy="259376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Everyday conversations: Ordering a meal | ShareAmerica">
            <a:extLst>
              <a:ext uri="{FF2B5EF4-FFF2-40B4-BE49-F238E27FC236}">
                <a16:creationId xmlns:a16="http://schemas.microsoft.com/office/drawing/2014/main" id="{534758CA-FD62-5F00-DB53-6B0CC55060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8299" y="2594863"/>
            <a:ext cx="3888846" cy="2593765"/>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The incredible shrinking airplane, and what's causing those tantrums in the  sky – Orange County Register">
            <a:extLst>
              <a:ext uri="{FF2B5EF4-FFF2-40B4-BE49-F238E27FC236}">
                <a16:creationId xmlns:a16="http://schemas.microsoft.com/office/drawing/2014/main" id="{989F0565-6E02-CE84-03E3-1D50081594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7004" y="3436374"/>
            <a:ext cx="4093405" cy="2593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45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15E232-45C9-1142-B84F-FD0CE83D9488}"/>
              </a:ext>
            </a:extLst>
          </p:cNvPr>
          <p:cNvSpPr>
            <a:spLocks noGrp="1"/>
          </p:cNvSpPr>
          <p:nvPr>
            <p:ph type="title"/>
          </p:nvPr>
        </p:nvSpPr>
        <p:spPr>
          <a:xfrm>
            <a:off x="1693607" y="591765"/>
            <a:ext cx="8804787" cy="1143000"/>
          </a:xfrm>
        </p:spPr>
        <p:txBody>
          <a:bodyPr>
            <a:normAutofit/>
          </a:bodyPr>
          <a:lstStyle/>
          <a:p>
            <a:pPr algn="ctr"/>
            <a:r>
              <a:rPr lang="en-US" altLang="en-US" sz="3600" dirty="0">
                <a:solidFill>
                  <a:srgbClr val="0B5395"/>
                </a:solidFill>
                <a:latin typeface="Garamond" panose="02020404030301010803" pitchFamily="18" charset="0"/>
              </a:rPr>
              <a:t>Perishability</a:t>
            </a:r>
            <a:endParaRPr lang="en-US" altLang="en-US" sz="3600" b="1" dirty="0">
              <a:solidFill>
                <a:srgbClr val="0B5395"/>
              </a:solidFill>
              <a:latin typeface="Garamond" panose="02020404030301010803" pitchFamily="18" charset="0"/>
            </a:endParaRPr>
          </a:p>
        </p:txBody>
      </p:sp>
      <p:sp>
        <p:nvSpPr>
          <p:cNvPr id="2" name="Content Placeholder 2">
            <a:extLst>
              <a:ext uri="{FF2B5EF4-FFF2-40B4-BE49-F238E27FC236}">
                <a16:creationId xmlns:a16="http://schemas.microsoft.com/office/drawing/2014/main" id="{2810A6A4-B3A2-31C8-FF4E-6B4E3CCCBD31}"/>
              </a:ext>
            </a:extLst>
          </p:cNvPr>
          <p:cNvSpPr>
            <a:spLocks noGrp="1"/>
          </p:cNvSpPr>
          <p:nvPr>
            <p:ph idx="1"/>
          </p:nvPr>
        </p:nvSpPr>
        <p:spPr>
          <a:xfrm>
            <a:off x="1231490" y="2356185"/>
            <a:ext cx="4077929" cy="2873221"/>
          </a:xfrm>
        </p:spPr>
        <p:txBody>
          <a:bodyPr>
            <a:normAutofit/>
          </a:bodyPr>
          <a:lstStyle/>
          <a:p>
            <a:pPr marL="0" indent="0" algn="ctr">
              <a:buNone/>
            </a:pPr>
            <a:r>
              <a:rPr lang="en-US" sz="4000" i="0" u="none" strike="noStrike" kern="1200" dirty="0">
                <a:solidFill>
                  <a:schemeClr val="tx1"/>
                </a:solidFill>
                <a:effectLst/>
                <a:latin typeface="Garamond" panose="02020404030301010803" pitchFamily="18" charset="0"/>
              </a:rPr>
              <a:t>Services</a:t>
            </a:r>
            <a:r>
              <a:rPr lang="en-US" sz="4000" b="0" i="0" u="none" strike="noStrike" kern="1200" dirty="0">
                <a:solidFill>
                  <a:schemeClr val="tx1"/>
                </a:solidFill>
                <a:effectLst/>
                <a:latin typeface="Garamond" panose="02020404030301010803" pitchFamily="18" charset="0"/>
              </a:rPr>
              <a:t> </a:t>
            </a:r>
            <a:r>
              <a:rPr lang="en-US" sz="4000" b="1" i="0" u="none" strike="noStrike" kern="1200" dirty="0">
                <a:effectLst/>
                <a:latin typeface="Garamond" panose="02020404030301010803" pitchFamily="18" charset="0"/>
              </a:rPr>
              <a:t>cannot be stored, saved, returned, or resold </a:t>
            </a:r>
            <a:r>
              <a:rPr lang="en-US" sz="4000" b="0" i="0" u="none" strike="noStrike" kern="1200" dirty="0">
                <a:solidFill>
                  <a:schemeClr val="tx1"/>
                </a:solidFill>
                <a:effectLst/>
                <a:latin typeface="Garamond" panose="02020404030301010803" pitchFamily="18" charset="0"/>
              </a:rPr>
              <a:t>once they have been used.</a:t>
            </a:r>
            <a:endParaRPr lang="en-US" sz="4000" dirty="0">
              <a:latin typeface="Garamond" panose="02020404030301010803" pitchFamily="18" charset="0"/>
            </a:endParaRPr>
          </a:p>
        </p:txBody>
      </p:sp>
      <p:pic>
        <p:nvPicPr>
          <p:cNvPr id="5" name="Picture 4">
            <a:extLst>
              <a:ext uri="{FF2B5EF4-FFF2-40B4-BE49-F238E27FC236}">
                <a16:creationId xmlns:a16="http://schemas.microsoft.com/office/drawing/2014/main" id="{471C1D5E-D2B4-3FBF-74D9-98D597B50FB7}"/>
              </a:ext>
            </a:extLst>
          </p:cNvPr>
          <p:cNvPicPr>
            <a:picLocks noChangeAspect="1"/>
          </p:cNvPicPr>
          <p:nvPr/>
        </p:nvPicPr>
        <p:blipFill>
          <a:blip r:embed="rId3"/>
          <a:stretch>
            <a:fillRect/>
          </a:stretch>
        </p:blipFill>
        <p:spPr>
          <a:xfrm>
            <a:off x="7187504" y="1643135"/>
            <a:ext cx="4485723" cy="2302079"/>
          </a:xfrm>
          <a:prstGeom prst="rect">
            <a:avLst/>
          </a:prstGeom>
        </p:spPr>
      </p:pic>
      <p:pic>
        <p:nvPicPr>
          <p:cNvPr id="7" name="Picture 6">
            <a:extLst>
              <a:ext uri="{FF2B5EF4-FFF2-40B4-BE49-F238E27FC236}">
                <a16:creationId xmlns:a16="http://schemas.microsoft.com/office/drawing/2014/main" id="{BB2B89F6-5DE8-3A7A-1E3E-93C456487652}"/>
              </a:ext>
            </a:extLst>
          </p:cNvPr>
          <p:cNvPicPr>
            <a:picLocks noChangeAspect="1"/>
          </p:cNvPicPr>
          <p:nvPr/>
        </p:nvPicPr>
        <p:blipFill>
          <a:blip r:embed="rId4"/>
          <a:stretch>
            <a:fillRect/>
          </a:stretch>
        </p:blipFill>
        <p:spPr>
          <a:xfrm>
            <a:off x="7264662" y="4100698"/>
            <a:ext cx="4408565" cy="2287150"/>
          </a:xfrm>
          <a:prstGeom prst="rect">
            <a:avLst/>
          </a:prstGeom>
        </p:spPr>
      </p:pic>
    </p:spTree>
    <p:extLst>
      <p:ext uri="{BB962C8B-B14F-4D97-AF65-F5344CB8AC3E}">
        <p14:creationId xmlns:p14="http://schemas.microsoft.com/office/powerpoint/2010/main" val="1732697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solidFill>
                  <a:srgbClr val="0B5395"/>
                </a:solidFill>
                <a:latin typeface="Garamond" panose="02020404030301010803" pitchFamily="18" charset="0"/>
              </a:rPr>
              <a:t>Expanded Marketing Mix (the 7Ps)</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1295400" y="1689905"/>
            <a:ext cx="9601200" cy="4101296"/>
          </a:xfrm>
        </p:spPr>
        <p:txBody>
          <a:bodyPr>
            <a:normAutofit/>
          </a:bodyPr>
          <a:lstStyle/>
          <a:p>
            <a:r>
              <a:rPr lang="en-US" sz="2400" dirty="0">
                <a:latin typeface="Garamond" panose="02020404030301010803" pitchFamily="18" charset="0"/>
              </a:rPr>
              <a:t>Product: physical good, packaging, warranties, etc.</a:t>
            </a:r>
          </a:p>
          <a:p>
            <a:r>
              <a:rPr lang="en-US" sz="2400" dirty="0">
                <a:latin typeface="Garamond" panose="02020404030301010803" pitchFamily="18" charset="0"/>
              </a:rPr>
              <a:t>Place: channel type(s), locations, storage, etc.</a:t>
            </a:r>
          </a:p>
          <a:p>
            <a:r>
              <a:rPr lang="en-US" sz="2400" dirty="0">
                <a:latin typeface="Garamond" panose="02020404030301010803" pitchFamily="18" charset="0"/>
              </a:rPr>
              <a:t>Promotion: salespeople, training, incentives, advertising, etc.</a:t>
            </a:r>
          </a:p>
          <a:p>
            <a:r>
              <a:rPr lang="en-US" sz="2400" dirty="0">
                <a:latin typeface="Garamond" panose="02020404030301010803" pitchFamily="18" charset="0"/>
              </a:rPr>
              <a:t>Price: price level, terms, discounts, etc.</a:t>
            </a:r>
          </a:p>
          <a:p>
            <a:r>
              <a:rPr lang="en-US" sz="2400" dirty="0">
                <a:latin typeface="Garamond" panose="02020404030301010803" pitchFamily="18" charset="0"/>
              </a:rPr>
              <a:t>People: employees and customers.</a:t>
            </a:r>
          </a:p>
          <a:p>
            <a:r>
              <a:rPr lang="en-US" sz="2400" dirty="0">
                <a:latin typeface="Garamond" panose="02020404030301010803" pitchFamily="18" charset="0"/>
              </a:rPr>
              <a:t>Physical Evidence: facility design, business cards, signage, etc.</a:t>
            </a:r>
          </a:p>
          <a:p>
            <a:r>
              <a:rPr lang="en-US" sz="2400" dirty="0">
                <a:latin typeface="Garamond" panose="02020404030301010803" pitchFamily="18" charset="0"/>
              </a:rPr>
              <a:t>Process: flow of activities, number of steps, customer involvement. </a:t>
            </a:r>
          </a:p>
        </p:txBody>
      </p:sp>
    </p:spTree>
    <p:extLst>
      <p:ext uri="{BB962C8B-B14F-4D97-AF65-F5344CB8AC3E}">
        <p14:creationId xmlns:p14="http://schemas.microsoft.com/office/powerpoint/2010/main" val="32231755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pic>
        <p:nvPicPr>
          <p:cNvPr id="1030" name="Picture 6" descr="PARADE Magazine: Rachel Dratch and Scott Adsit Reveal the Best New Products  of the Year | Product of the Year USA">
            <a:extLst>
              <a:ext uri="{FF2B5EF4-FFF2-40B4-BE49-F238E27FC236}">
                <a16:creationId xmlns:a16="http://schemas.microsoft.com/office/drawing/2014/main" id="{BB3D0200-3CCB-60DB-A9A2-41DFF7605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185169"/>
            <a:ext cx="8458200" cy="486090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D61A548-7E88-EC63-1876-58DA67B0BA75}"/>
              </a:ext>
            </a:extLst>
          </p:cNvPr>
          <p:cNvSpPr txBox="1"/>
          <p:nvPr/>
        </p:nvSpPr>
        <p:spPr>
          <a:xfrm>
            <a:off x="1752600" y="5799852"/>
            <a:ext cx="2383165" cy="246221"/>
          </a:xfrm>
          <a:prstGeom prst="rect">
            <a:avLst/>
          </a:prstGeom>
          <a:noFill/>
        </p:spPr>
        <p:txBody>
          <a:bodyPr wrap="square" rtlCol="0">
            <a:spAutoFit/>
          </a:bodyPr>
          <a:lstStyle/>
          <a:p>
            <a:r>
              <a:rPr lang="en-US" sz="1000" u="sng" dirty="0">
                <a:latin typeface="Garamond" panose="02020404030301010803" pitchFamily="18" charset="0"/>
              </a:rPr>
              <a:t>Source: NBC News</a:t>
            </a:r>
          </a:p>
        </p:txBody>
      </p:sp>
    </p:spTree>
    <p:extLst>
      <p:ext uri="{BB962C8B-B14F-4D97-AF65-F5344CB8AC3E}">
        <p14:creationId xmlns:p14="http://schemas.microsoft.com/office/powerpoint/2010/main" val="3597168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sp>
        <p:nvSpPr>
          <p:cNvPr id="8" name="TextBox 7">
            <a:extLst>
              <a:ext uri="{FF2B5EF4-FFF2-40B4-BE49-F238E27FC236}">
                <a16:creationId xmlns:a16="http://schemas.microsoft.com/office/drawing/2014/main" id="{D459E588-DA4A-05A4-F1FD-B3AA21EE9A32}"/>
              </a:ext>
            </a:extLst>
          </p:cNvPr>
          <p:cNvSpPr txBox="1"/>
          <p:nvPr/>
        </p:nvSpPr>
        <p:spPr>
          <a:xfrm flipH="1">
            <a:off x="609599" y="5199794"/>
            <a:ext cx="2358585" cy="246221"/>
          </a:xfrm>
          <a:prstGeom prst="rect">
            <a:avLst/>
          </a:prstGeom>
          <a:noFill/>
        </p:spPr>
        <p:txBody>
          <a:bodyPr wrap="square" rtlCol="0">
            <a:spAutoFit/>
          </a:bodyPr>
          <a:lstStyle/>
          <a:p>
            <a:r>
              <a:rPr lang="en-US" sz="1000" u="sng" dirty="0">
                <a:latin typeface="Garamond" panose="02020404030301010803" pitchFamily="18" charset="0"/>
              </a:rPr>
              <a:t>Source: Supermarket News</a:t>
            </a:r>
          </a:p>
        </p:txBody>
      </p:sp>
      <p:pic>
        <p:nvPicPr>
          <p:cNvPr id="6146" name="Picture 2" descr="This Grocery Store Has the Best Reputation, Study Says | Reader's Digest">
            <a:extLst>
              <a:ext uri="{FF2B5EF4-FFF2-40B4-BE49-F238E27FC236}">
                <a16:creationId xmlns:a16="http://schemas.microsoft.com/office/drawing/2014/main" id="{A96C07A1-AB73-072D-91E4-9EED524FEE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58206"/>
            <a:ext cx="5307463" cy="354158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What Is Amazon Fresh? the Grocery Service, Explained">
            <a:extLst>
              <a:ext uri="{FF2B5EF4-FFF2-40B4-BE49-F238E27FC236}">
                <a16:creationId xmlns:a16="http://schemas.microsoft.com/office/drawing/2014/main" id="{46D761AA-807D-4D83-B321-23F382FA1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4939" y="1661066"/>
            <a:ext cx="4765964" cy="35387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0FFB27E-96E5-3886-185B-CE7941665A24}"/>
              </a:ext>
            </a:extLst>
          </p:cNvPr>
          <p:cNvSpPr txBox="1"/>
          <p:nvPr/>
        </p:nvSpPr>
        <p:spPr>
          <a:xfrm flipH="1">
            <a:off x="6274939" y="5196934"/>
            <a:ext cx="2358585" cy="246221"/>
          </a:xfrm>
          <a:prstGeom prst="rect">
            <a:avLst/>
          </a:prstGeom>
          <a:noFill/>
        </p:spPr>
        <p:txBody>
          <a:bodyPr wrap="square" rtlCol="0">
            <a:spAutoFit/>
          </a:bodyPr>
          <a:lstStyle/>
          <a:p>
            <a:r>
              <a:rPr lang="en-US" sz="1000" u="sng" dirty="0">
                <a:latin typeface="Garamond" panose="02020404030301010803" pitchFamily="18" charset="0"/>
              </a:rPr>
              <a:t>Source: Business Insider</a:t>
            </a:r>
          </a:p>
        </p:txBody>
      </p:sp>
    </p:spTree>
    <p:extLst>
      <p:ext uri="{BB962C8B-B14F-4D97-AF65-F5344CB8AC3E}">
        <p14:creationId xmlns:p14="http://schemas.microsoft.com/office/powerpoint/2010/main" val="1644339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pic>
        <p:nvPicPr>
          <p:cNvPr id="4098" name="Picture 2" descr="Food prices are reportedly expected to rise again in January">
            <a:extLst>
              <a:ext uri="{FF2B5EF4-FFF2-40B4-BE49-F238E27FC236}">
                <a16:creationId xmlns:a16="http://schemas.microsoft.com/office/drawing/2014/main" id="{4859AF87-D3E2-E9A4-2B4A-66A4CEFE0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428" y="1447800"/>
            <a:ext cx="6611144" cy="44060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092EC5-BCEB-4AA4-4F1A-14C7B0060AF8}"/>
              </a:ext>
            </a:extLst>
          </p:cNvPr>
          <p:cNvSpPr txBox="1"/>
          <p:nvPr/>
        </p:nvSpPr>
        <p:spPr>
          <a:xfrm flipH="1">
            <a:off x="2790428" y="5853869"/>
            <a:ext cx="2358585" cy="246221"/>
          </a:xfrm>
          <a:prstGeom prst="rect">
            <a:avLst/>
          </a:prstGeom>
          <a:noFill/>
        </p:spPr>
        <p:txBody>
          <a:bodyPr wrap="square" rtlCol="0">
            <a:spAutoFit/>
          </a:bodyPr>
          <a:lstStyle/>
          <a:p>
            <a:r>
              <a:rPr lang="en-US" sz="1000" u="sng" dirty="0">
                <a:latin typeface="Garamond" panose="02020404030301010803" pitchFamily="18" charset="0"/>
              </a:rPr>
              <a:t>Source: NY Post</a:t>
            </a:r>
          </a:p>
        </p:txBody>
      </p:sp>
    </p:spTree>
    <p:extLst>
      <p:ext uri="{BB962C8B-B14F-4D97-AF65-F5344CB8AC3E}">
        <p14:creationId xmlns:p14="http://schemas.microsoft.com/office/powerpoint/2010/main" val="39438988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The 4Ps</a:t>
            </a:r>
          </a:p>
        </p:txBody>
      </p:sp>
      <p:sp>
        <p:nvSpPr>
          <p:cNvPr id="5" name="TextBox 4">
            <a:extLst>
              <a:ext uri="{FF2B5EF4-FFF2-40B4-BE49-F238E27FC236}">
                <a16:creationId xmlns:a16="http://schemas.microsoft.com/office/drawing/2014/main" id="{59092EC5-BCEB-4AA4-4F1A-14C7B0060AF8}"/>
              </a:ext>
            </a:extLst>
          </p:cNvPr>
          <p:cNvSpPr txBox="1"/>
          <p:nvPr/>
        </p:nvSpPr>
        <p:spPr>
          <a:xfrm flipH="1">
            <a:off x="685800" y="5279760"/>
            <a:ext cx="2358585" cy="246221"/>
          </a:xfrm>
          <a:prstGeom prst="rect">
            <a:avLst/>
          </a:prstGeom>
          <a:noFill/>
        </p:spPr>
        <p:txBody>
          <a:bodyPr wrap="square" rtlCol="0">
            <a:spAutoFit/>
          </a:bodyPr>
          <a:lstStyle/>
          <a:p>
            <a:r>
              <a:rPr lang="en-US" sz="1000" u="sng" dirty="0">
                <a:latin typeface="Garamond" panose="02020404030301010803" pitchFamily="18" charset="0"/>
              </a:rPr>
              <a:t>Source: </a:t>
            </a:r>
            <a:r>
              <a:rPr lang="en-US" sz="1000" u="sng" dirty="0" err="1">
                <a:latin typeface="Garamond" panose="02020404030301010803" pitchFamily="18" charset="0"/>
              </a:rPr>
              <a:t>GoFrugal</a:t>
            </a:r>
            <a:endParaRPr lang="en-US" sz="1000" u="sng" dirty="0">
              <a:latin typeface="Garamond" panose="02020404030301010803" pitchFamily="18" charset="0"/>
            </a:endParaRPr>
          </a:p>
        </p:txBody>
      </p:sp>
      <p:pic>
        <p:nvPicPr>
          <p:cNvPr id="7170" name="Picture 2" descr="How to increase sales in Supermarket/Retail Grocery Store? | Gofrugal">
            <a:extLst>
              <a:ext uri="{FF2B5EF4-FFF2-40B4-BE49-F238E27FC236}">
                <a16:creationId xmlns:a16="http://schemas.microsoft.com/office/drawing/2014/main" id="{D7DBB35A-CFF8-2238-8C95-08DE91F71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14334"/>
            <a:ext cx="6934200" cy="36195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Kroger on the App Store">
            <a:extLst>
              <a:ext uri="{FF2B5EF4-FFF2-40B4-BE49-F238E27FC236}">
                <a16:creationId xmlns:a16="http://schemas.microsoft.com/office/drawing/2014/main" id="{BCB25A54-4569-B9E8-76F0-7EDF7D7482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0" y="1258781"/>
            <a:ext cx="3197436"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D0666DE-1926-D118-1925-C0ACE2D62089}"/>
              </a:ext>
            </a:extLst>
          </p:cNvPr>
          <p:cNvSpPr txBox="1"/>
          <p:nvPr/>
        </p:nvSpPr>
        <p:spPr>
          <a:xfrm flipH="1">
            <a:off x="8153400" y="5525981"/>
            <a:ext cx="2358585" cy="246221"/>
          </a:xfrm>
          <a:prstGeom prst="rect">
            <a:avLst/>
          </a:prstGeom>
          <a:noFill/>
        </p:spPr>
        <p:txBody>
          <a:bodyPr wrap="square" rtlCol="0">
            <a:spAutoFit/>
          </a:bodyPr>
          <a:lstStyle/>
          <a:p>
            <a:r>
              <a:rPr lang="en-US" sz="1000" u="sng" dirty="0">
                <a:latin typeface="Garamond" panose="02020404030301010803" pitchFamily="18" charset="0"/>
              </a:rPr>
              <a:t>Source: Kroger</a:t>
            </a:r>
          </a:p>
        </p:txBody>
      </p:sp>
    </p:spTree>
    <p:extLst>
      <p:ext uri="{BB962C8B-B14F-4D97-AF65-F5344CB8AC3E}">
        <p14:creationId xmlns:p14="http://schemas.microsoft.com/office/powerpoint/2010/main" val="37199958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B04A-4541-3A92-0FD1-82D83B14D233}"/>
              </a:ext>
            </a:extLst>
          </p:cNvPr>
          <p:cNvSpPr>
            <a:spLocks noGrp="1"/>
          </p:cNvSpPr>
          <p:nvPr>
            <p:ph type="title"/>
          </p:nvPr>
        </p:nvSpPr>
        <p:spPr>
          <a:xfrm>
            <a:off x="1295400" y="503853"/>
            <a:ext cx="9601200" cy="1510142"/>
          </a:xfrm>
        </p:spPr>
        <p:txBody>
          <a:bodyPr>
            <a:normAutofit fontScale="90000"/>
          </a:bodyPr>
          <a:lstStyle/>
          <a:p>
            <a:pPr algn="ctr"/>
            <a:r>
              <a:rPr lang="en-US" dirty="0">
                <a:latin typeface="Garamond" panose="02020404030301010803" pitchFamily="18" charset="0"/>
              </a:rPr>
              <a:t>People</a:t>
            </a:r>
            <a:br>
              <a:rPr lang="en-US" dirty="0">
                <a:latin typeface="Garamond" panose="02020404030301010803" pitchFamily="18" charset="0"/>
              </a:rPr>
            </a:br>
            <a:br>
              <a:rPr lang="en-US" dirty="0">
                <a:latin typeface="Garamond" panose="02020404030301010803" pitchFamily="18" charset="0"/>
              </a:rPr>
            </a:br>
            <a:r>
              <a:rPr lang="en-US" sz="2700" dirty="0">
                <a:latin typeface="Garamond" panose="02020404030301010803" pitchFamily="18" charset="0"/>
              </a:rPr>
              <a:t>All human actors who play a part in service delivery and thus influences the buyers’ perceptions.</a:t>
            </a:r>
          </a:p>
        </p:txBody>
      </p:sp>
      <p:sp>
        <p:nvSpPr>
          <p:cNvPr id="3" name="Content Placeholder 2">
            <a:extLst>
              <a:ext uri="{FF2B5EF4-FFF2-40B4-BE49-F238E27FC236}">
                <a16:creationId xmlns:a16="http://schemas.microsoft.com/office/drawing/2014/main" id="{1F3EF77D-704F-7F62-1C12-E69BAD632E3D}"/>
              </a:ext>
            </a:extLst>
          </p:cNvPr>
          <p:cNvSpPr>
            <a:spLocks noGrp="1"/>
          </p:cNvSpPr>
          <p:nvPr>
            <p:ph idx="1"/>
          </p:nvPr>
        </p:nvSpPr>
        <p:spPr>
          <a:xfrm>
            <a:off x="1295401" y="2500131"/>
            <a:ext cx="5244296" cy="3291069"/>
          </a:xfrm>
        </p:spPr>
        <p:txBody>
          <a:bodyPr>
            <a:normAutofit/>
          </a:bodyPr>
          <a:lstStyle/>
          <a:p>
            <a:r>
              <a:rPr lang="en-US" sz="2400" dirty="0">
                <a:latin typeface="Garamond" panose="02020404030301010803" pitchFamily="18" charset="0"/>
              </a:rPr>
              <a:t>Employees: attitudes and behaviors, dress, appearance, body language – all can influence the customer’s behavior.</a:t>
            </a:r>
          </a:p>
          <a:p>
            <a:r>
              <a:rPr lang="en-US" sz="2400" dirty="0">
                <a:latin typeface="Garamond" panose="02020404030301010803" pitchFamily="18" charset="0"/>
              </a:rPr>
              <a:t>Customers: can also influence customer behavior – how do you feel when someone is yelling at / praising an employee?</a:t>
            </a:r>
          </a:p>
        </p:txBody>
      </p:sp>
      <p:pic>
        <p:nvPicPr>
          <p:cNvPr id="8194" name="Picture 2" descr="Demand overwhelms grocery-delivery services in Malaysia, Singapore - Inside  Retail Asia">
            <a:extLst>
              <a:ext uri="{FF2B5EF4-FFF2-40B4-BE49-F238E27FC236}">
                <a16:creationId xmlns:a16="http://schemas.microsoft.com/office/drawing/2014/main" id="{64AE51FD-854A-40FB-1541-2F494679E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2484086"/>
            <a:ext cx="4824731" cy="27139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FC5FC4E-FF94-C01E-0AC5-2783836CE802}"/>
              </a:ext>
            </a:extLst>
          </p:cNvPr>
          <p:cNvSpPr txBox="1"/>
          <p:nvPr/>
        </p:nvSpPr>
        <p:spPr>
          <a:xfrm flipH="1">
            <a:off x="6705600" y="5197997"/>
            <a:ext cx="2358585" cy="246221"/>
          </a:xfrm>
          <a:prstGeom prst="rect">
            <a:avLst/>
          </a:prstGeom>
          <a:noFill/>
        </p:spPr>
        <p:txBody>
          <a:bodyPr wrap="square" rtlCol="0">
            <a:spAutoFit/>
          </a:bodyPr>
          <a:lstStyle/>
          <a:p>
            <a:r>
              <a:rPr lang="en-US" sz="1000" u="sng" dirty="0">
                <a:latin typeface="Garamond" panose="02020404030301010803" pitchFamily="18" charset="0"/>
              </a:rPr>
              <a:t>Source: Inside Retail Asia</a:t>
            </a:r>
          </a:p>
        </p:txBody>
      </p:sp>
    </p:spTree>
    <p:extLst>
      <p:ext uri="{BB962C8B-B14F-4D97-AF65-F5344CB8AC3E}">
        <p14:creationId xmlns:p14="http://schemas.microsoft.com/office/powerpoint/2010/main" val="427509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B04A-4541-3A92-0FD1-82D83B14D233}"/>
              </a:ext>
            </a:extLst>
          </p:cNvPr>
          <p:cNvSpPr>
            <a:spLocks noGrp="1"/>
          </p:cNvSpPr>
          <p:nvPr>
            <p:ph type="title"/>
          </p:nvPr>
        </p:nvSpPr>
        <p:spPr>
          <a:xfrm>
            <a:off x="1295400" y="503853"/>
            <a:ext cx="9601200" cy="1510142"/>
          </a:xfrm>
        </p:spPr>
        <p:txBody>
          <a:bodyPr>
            <a:normAutofit fontScale="90000"/>
          </a:bodyPr>
          <a:lstStyle/>
          <a:p>
            <a:pPr algn="ctr"/>
            <a:r>
              <a:rPr lang="en-US" dirty="0">
                <a:latin typeface="Garamond" panose="02020404030301010803" pitchFamily="18" charset="0"/>
              </a:rPr>
              <a:t>Physical Evidence</a:t>
            </a:r>
            <a:br>
              <a:rPr lang="en-US" dirty="0">
                <a:latin typeface="Garamond" panose="02020404030301010803" pitchFamily="18" charset="0"/>
              </a:rPr>
            </a:br>
            <a:br>
              <a:rPr lang="en-US" dirty="0">
                <a:latin typeface="Garamond" panose="02020404030301010803" pitchFamily="18" charset="0"/>
              </a:rPr>
            </a:br>
            <a:r>
              <a:rPr lang="en-US" sz="2700" dirty="0">
                <a:latin typeface="Garamond" panose="02020404030301010803" pitchFamily="18" charset="0"/>
              </a:rPr>
              <a:t>The physical and virtual environment in which the service is delivered and where the customer and firm interact. </a:t>
            </a:r>
          </a:p>
        </p:txBody>
      </p:sp>
      <p:sp>
        <p:nvSpPr>
          <p:cNvPr id="3" name="Content Placeholder 2">
            <a:extLst>
              <a:ext uri="{FF2B5EF4-FFF2-40B4-BE49-F238E27FC236}">
                <a16:creationId xmlns:a16="http://schemas.microsoft.com/office/drawing/2014/main" id="{1F3EF77D-704F-7F62-1C12-E69BAD632E3D}"/>
              </a:ext>
            </a:extLst>
          </p:cNvPr>
          <p:cNvSpPr>
            <a:spLocks noGrp="1"/>
          </p:cNvSpPr>
          <p:nvPr>
            <p:ph idx="1"/>
          </p:nvPr>
        </p:nvSpPr>
        <p:spPr>
          <a:xfrm>
            <a:off x="1295401" y="2500131"/>
            <a:ext cx="4648199" cy="3291069"/>
          </a:xfrm>
        </p:spPr>
        <p:txBody>
          <a:bodyPr>
            <a:normAutofit/>
          </a:bodyPr>
          <a:lstStyle/>
          <a:p>
            <a:r>
              <a:rPr lang="en-US" sz="2400" dirty="0">
                <a:latin typeface="Garamond" panose="02020404030301010803" pitchFamily="18" charset="0"/>
              </a:rPr>
              <a:t>This includes tangible component that facilitate performance or communication of the service. </a:t>
            </a:r>
          </a:p>
          <a:p>
            <a:r>
              <a:rPr lang="en-US" sz="2400" dirty="0">
                <a:latin typeface="Garamond" panose="02020404030301010803" pitchFamily="18" charset="0"/>
              </a:rPr>
              <a:t>When consumers have little to judge the actual quality of service, they will rely on such cues.</a:t>
            </a:r>
          </a:p>
        </p:txBody>
      </p:sp>
      <p:pic>
        <p:nvPicPr>
          <p:cNvPr id="9220" name="Picture 4" descr="28 Years of Amazon.com Website Design History - 34 Images - Version Museum">
            <a:extLst>
              <a:ext uri="{FF2B5EF4-FFF2-40B4-BE49-F238E27FC236}">
                <a16:creationId xmlns:a16="http://schemas.microsoft.com/office/drawing/2014/main" id="{C9CFB30E-C855-7ACF-78FE-E34F5B658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3318" y="2355141"/>
            <a:ext cx="5329082" cy="33081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E3899F-9D09-7B5E-BEFC-3D5CEB2B19FE}"/>
              </a:ext>
            </a:extLst>
          </p:cNvPr>
          <p:cNvSpPr txBox="1"/>
          <p:nvPr/>
        </p:nvSpPr>
        <p:spPr>
          <a:xfrm flipH="1">
            <a:off x="6248402" y="5663322"/>
            <a:ext cx="2358585" cy="246221"/>
          </a:xfrm>
          <a:prstGeom prst="rect">
            <a:avLst/>
          </a:prstGeom>
          <a:noFill/>
        </p:spPr>
        <p:txBody>
          <a:bodyPr wrap="square" rtlCol="0">
            <a:spAutoFit/>
          </a:bodyPr>
          <a:lstStyle/>
          <a:p>
            <a:r>
              <a:rPr lang="en-US" sz="1000" u="sng" dirty="0">
                <a:latin typeface="Garamond" panose="02020404030301010803" pitchFamily="18" charset="0"/>
              </a:rPr>
              <a:t>Source: Version Museum</a:t>
            </a:r>
          </a:p>
        </p:txBody>
      </p:sp>
    </p:spTree>
    <p:extLst>
      <p:ext uri="{BB962C8B-B14F-4D97-AF65-F5344CB8AC3E}">
        <p14:creationId xmlns:p14="http://schemas.microsoft.com/office/powerpoint/2010/main" val="2047308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B04A-4541-3A92-0FD1-82D83B14D233}"/>
              </a:ext>
            </a:extLst>
          </p:cNvPr>
          <p:cNvSpPr>
            <a:spLocks noGrp="1"/>
          </p:cNvSpPr>
          <p:nvPr>
            <p:ph type="title"/>
          </p:nvPr>
        </p:nvSpPr>
        <p:spPr>
          <a:xfrm>
            <a:off x="1295400" y="503853"/>
            <a:ext cx="9601200" cy="1510142"/>
          </a:xfrm>
        </p:spPr>
        <p:txBody>
          <a:bodyPr>
            <a:normAutofit/>
          </a:bodyPr>
          <a:lstStyle/>
          <a:p>
            <a:pPr algn="ctr"/>
            <a:r>
              <a:rPr lang="en-US" dirty="0">
                <a:latin typeface="Garamond" panose="02020404030301010803" pitchFamily="18" charset="0"/>
              </a:rPr>
              <a:t>Process</a:t>
            </a:r>
            <a:br>
              <a:rPr lang="en-US" dirty="0">
                <a:latin typeface="Garamond" panose="02020404030301010803" pitchFamily="18" charset="0"/>
              </a:rPr>
            </a:br>
            <a:br>
              <a:rPr lang="en-US" dirty="0">
                <a:latin typeface="Garamond" panose="02020404030301010803" pitchFamily="18" charset="0"/>
              </a:rPr>
            </a:br>
            <a:r>
              <a:rPr lang="en-US" sz="2700" dirty="0">
                <a:latin typeface="Garamond" panose="02020404030301010803" pitchFamily="18" charset="0"/>
              </a:rPr>
              <a:t>The service delivery and operating systems. </a:t>
            </a:r>
          </a:p>
        </p:txBody>
      </p:sp>
      <p:sp>
        <p:nvSpPr>
          <p:cNvPr id="3" name="Content Placeholder 2">
            <a:extLst>
              <a:ext uri="{FF2B5EF4-FFF2-40B4-BE49-F238E27FC236}">
                <a16:creationId xmlns:a16="http://schemas.microsoft.com/office/drawing/2014/main" id="{1F3EF77D-704F-7F62-1C12-E69BAD632E3D}"/>
              </a:ext>
            </a:extLst>
          </p:cNvPr>
          <p:cNvSpPr>
            <a:spLocks noGrp="1"/>
          </p:cNvSpPr>
          <p:nvPr>
            <p:ph idx="1"/>
          </p:nvPr>
        </p:nvSpPr>
        <p:spPr>
          <a:xfrm>
            <a:off x="1295400" y="2101925"/>
            <a:ext cx="10129683" cy="793675"/>
          </a:xfrm>
        </p:spPr>
        <p:txBody>
          <a:bodyPr>
            <a:normAutofit/>
          </a:bodyPr>
          <a:lstStyle/>
          <a:p>
            <a:r>
              <a:rPr lang="en-US" sz="2400" dirty="0">
                <a:latin typeface="Garamond" panose="02020404030301010803" pitchFamily="18" charset="0"/>
              </a:rPr>
              <a:t>Firms can provide either a higher standardized production-line approach or a flexible and customizable approach.</a:t>
            </a:r>
          </a:p>
        </p:txBody>
      </p:sp>
      <p:pic>
        <p:nvPicPr>
          <p:cNvPr id="5" name="Picture 10" descr="Starbucks app / Concept on Behance">
            <a:extLst>
              <a:ext uri="{FF2B5EF4-FFF2-40B4-BE49-F238E27FC236}">
                <a16:creationId xmlns:a16="http://schemas.microsoft.com/office/drawing/2014/main" id="{0CF93F5C-3A2D-4604-7FDD-506E5E2D56C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616" t="23123" r="6049" b="23544"/>
          <a:stretch/>
        </p:blipFill>
        <p:spPr bwMode="auto">
          <a:xfrm>
            <a:off x="7139900" y="2890684"/>
            <a:ext cx="3528100" cy="313563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10BD4D-6BA4-2980-6B37-C9265F82DF0E}"/>
              </a:ext>
            </a:extLst>
          </p:cNvPr>
          <p:cNvSpPr txBox="1"/>
          <p:nvPr/>
        </p:nvSpPr>
        <p:spPr>
          <a:xfrm flipH="1">
            <a:off x="7010400" y="5877220"/>
            <a:ext cx="2358585" cy="246221"/>
          </a:xfrm>
          <a:prstGeom prst="rect">
            <a:avLst/>
          </a:prstGeom>
          <a:noFill/>
        </p:spPr>
        <p:txBody>
          <a:bodyPr wrap="square" rtlCol="0">
            <a:spAutoFit/>
          </a:bodyPr>
          <a:lstStyle/>
          <a:p>
            <a:r>
              <a:rPr lang="en-US" sz="1000" u="sng" dirty="0">
                <a:latin typeface="Garamond" panose="02020404030301010803" pitchFamily="18" charset="0"/>
              </a:rPr>
              <a:t>Source: Starbucks</a:t>
            </a:r>
          </a:p>
        </p:txBody>
      </p:sp>
      <p:sp>
        <p:nvSpPr>
          <p:cNvPr id="8" name="TextBox 7">
            <a:extLst>
              <a:ext uri="{FF2B5EF4-FFF2-40B4-BE49-F238E27FC236}">
                <a16:creationId xmlns:a16="http://schemas.microsoft.com/office/drawing/2014/main" id="{F77E8E35-24ED-30E0-0880-E9AD1957BFB2}"/>
              </a:ext>
            </a:extLst>
          </p:cNvPr>
          <p:cNvSpPr txBox="1"/>
          <p:nvPr/>
        </p:nvSpPr>
        <p:spPr>
          <a:xfrm flipH="1">
            <a:off x="914400" y="5904274"/>
            <a:ext cx="2358585" cy="246221"/>
          </a:xfrm>
          <a:prstGeom prst="rect">
            <a:avLst/>
          </a:prstGeom>
          <a:noFill/>
        </p:spPr>
        <p:txBody>
          <a:bodyPr wrap="square" rtlCol="0">
            <a:spAutoFit/>
          </a:bodyPr>
          <a:lstStyle/>
          <a:p>
            <a:r>
              <a:rPr lang="en-US" sz="1000" u="sng" dirty="0">
                <a:latin typeface="Garamond" panose="02020404030301010803" pitchFamily="18" charset="0"/>
              </a:rPr>
              <a:t>Source: Carol-Greenberg</a:t>
            </a:r>
          </a:p>
        </p:txBody>
      </p:sp>
      <p:pic>
        <p:nvPicPr>
          <p:cNvPr id="10246" name="Picture 6" descr="Case Study - Wells Fargo">
            <a:extLst>
              <a:ext uri="{FF2B5EF4-FFF2-40B4-BE49-F238E27FC236}">
                <a16:creationId xmlns:a16="http://schemas.microsoft.com/office/drawing/2014/main" id="{13B1552A-9B70-B4B3-E872-72644053A63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1111"/>
          <a:stretch/>
        </p:blipFill>
        <p:spPr bwMode="auto">
          <a:xfrm>
            <a:off x="1066800" y="2949117"/>
            <a:ext cx="5582272" cy="2928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829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BC760-77AE-3F2F-AB96-FEEA3E9C99EB}"/>
              </a:ext>
            </a:extLst>
          </p:cNvPr>
          <p:cNvSpPr>
            <a:spLocks noGrp="1"/>
          </p:cNvSpPr>
          <p:nvPr>
            <p:ph type="title"/>
          </p:nvPr>
        </p:nvSpPr>
        <p:spPr>
          <a:xfrm>
            <a:off x="1295400" y="503854"/>
            <a:ext cx="9601200" cy="792512"/>
          </a:xfrm>
        </p:spPr>
        <p:txBody>
          <a:bodyPr/>
          <a:lstStyle/>
          <a:p>
            <a:pPr algn="ctr"/>
            <a:r>
              <a:rPr lang="en-US" dirty="0">
                <a:latin typeface="Garamond" panose="02020404030301010803" pitchFamily="18" charset="0"/>
              </a:rPr>
              <a:t>Summary</a:t>
            </a:r>
          </a:p>
        </p:txBody>
      </p:sp>
      <p:sp>
        <p:nvSpPr>
          <p:cNvPr id="3" name="Content Placeholder 2">
            <a:extLst>
              <a:ext uri="{FF2B5EF4-FFF2-40B4-BE49-F238E27FC236}">
                <a16:creationId xmlns:a16="http://schemas.microsoft.com/office/drawing/2014/main" id="{9F04C16D-759D-50CC-D42B-3981B412F3CB}"/>
              </a:ext>
            </a:extLst>
          </p:cNvPr>
          <p:cNvSpPr>
            <a:spLocks noGrp="1"/>
          </p:cNvSpPr>
          <p:nvPr>
            <p:ph idx="1"/>
          </p:nvPr>
        </p:nvSpPr>
        <p:spPr>
          <a:xfrm>
            <a:off x="1295400" y="1689905"/>
            <a:ext cx="9601200" cy="4101296"/>
          </a:xfrm>
        </p:spPr>
        <p:txBody>
          <a:bodyPr>
            <a:normAutofit/>
          </a:bodyPr>
          <a:lstStyle/>
          <a:p>
            <a:r>
              <a:rPr lang="en-US" sz="2400" dirty="0">
                <a:latin typeface="Garamond" panose="02020404030301010803" pitchFamily="18" charset="0"/>
              </a:rPr>
              <a:t>We presented a broad definition, classifications, and key characteristics of services.</a:t>
            </a:r>
          </a:p>
          <a:p>
            <a:r>
              <a:rPr lang="en-US" sz="2400" dirty="0">
                <a:latin typeface="Garamond" panose="02020404030301010803" pitchFamily="18" charset="0"/>
              </a:rPr>
              <a:t>We identified the importance of tangibility vs. intangibility, simultaneous production-consumption. </a:t>
            </a:r>
          </a:p>
          <a:p>
            <a:r>
              <a:rPr lang="en-US" sz="2400" dirty="0">
                <a:latin typeface="Garamond" panose="02020404030301010803" pitchFamily="18" charset="0"/>
              </a:rPr>
              <a:t>We discussed the 7 Ps of Services Marketing.</a:t>
            </a:r>
          </a:p>
        </p:txBody>
      </p:sp>
    </p:spTree>
    <p:extLst>
      <p:ext uri="{BB962C8B-B14F-4D97-AF65-F5344CB8AC3E}">
        <p14:creationId xmlns:p14="http://schemas.microsoft.com/office/powerpoint/2010/main" val="1813388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amondgrid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amondgrid theme" id="{ED93937A-9EDD-431C-AF40-A6218FC4DE09}" vid="{8CDF1396-6A4F-4529-B9C5-69BA7F395D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5717</TotalTime>
  <Words>1266</Words>
  <Application>Microsoft Office PowerPoint</Application>
  <PresentationFormat>Widescreen</PresentationFormat>
  <Paragraphs>215</Paragraphs>
  <Slides>34</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Garamond</vt:lpstr>
      <vt:lpstr>Wingdings</vt:lpstr>
      <vt:lpstr>diamondgrid theme</vt:lpstr>
      <vt:lpstr>PowerPoint Presentation</vt:lpstr>
      <vt:lpstr>PowerPoint Presentation</vt:lpstr>
      <vt:lpstr>Chapter Overview</vt:lpstr>
      <vt:lpstr>SERVICES </vt:lpstr>
      <vt:lpstr>Classifying services</vt:lpstr>
      <vt:lpstr>NON-OWNERSHIP FRAMEWORK: A key determinant of service offering</vt:lpstr>
      <vt:lpstr>How do services sell expertise?</vt:lpstr>
      <vt:lpstr>A process-based framework: Categories of services</vt:lpstr>
      <vt:lpstr>Guess the category?</vt:lpstr>
      <vt:lpstr>Guess the category?</vt:lpstr>
      <vt:lpstr>Guess the category?</vt:lpstr>
      <vt:lpstr>Guess the category?</vt:lpstr>
      <vt:lpstr>PowerPoint Presentation</vt:lpstr>
      <vt:lpstr>Defining Services </vt:lpstr>
      <vt:lpstr>One more classification..</vt:lpstr>
      <vt:lpstr>Service Innovations in goods space (Hybrid offerings) – (Extension of Point 2 from the last slide)</vt:lpstr>
      <vt:lpstr>Examples of service innovations in goods space</vt:lpstr>
      <vt:lpstr>Examples of service innovations in goods space</vt:lpstr>
      <vt:lpstr>PowerPoint Presentation</vt:lpstr>
      <vt:lpstr>Services characteristics</vt:lpstr>
      <vt:lpstr>Differentiating services from goods</vt:lpstr>
      <vt:lpstr>Any guesses?</vt:lpstr>
      <vt:lpstr>Differentiating services from goods</vt:lpstr>
      <vt:lpstr>Simultaneous Production and Consumption</vt:lpstr>
      <vt:lpstr>Perishability</vt:lpstr>
      <vt:lpstr>Expanded Marketing Mix (the 7Ps)</vt:lpstr>
      <vt:lpstr>The 4Ps</vt:lpstr>
      <vt:lpstr>The 4Ps</vt:lpstr>
      <vt:lpstr>The 4Ps</vt:lpstr>
      <vt:lpstr>The 4Ps</vt:lpstr>
      <vt:lpstr>People  All human actors who play a part in service delivery and thus influences the buyers’ perceptions.</vt:lpstr>
      <vt:lpstr>Physical Evidence  The physical and virtual environment in which the service is delivered and where the customer and firm interact. </vt:lpstr>
      <vt:lpstr>Process  The service delivery and operating systems.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Lan Anh Nu Ton</dc:creator>
  <cp:lastModifiedBy>Madhur Mohan</cp:lastModifiedBy>
  <cp:revision>180</cp:revision>
  <dcterms:created xsi:type="dcterms:W3CDTF">2021-01-01T23:10:31Z</dcterms:created>
  <dcterms:modified xsi:type="dcterms:W3CDTF">2026-08-20T05:23:16Z</dcterms:modified>
</cp:coreProperties>
</file>